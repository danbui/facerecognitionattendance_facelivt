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0"/>
  </p:notesMasterIdLst>
  <p:sldIdLst>
    <p:sldId id="256" r:id="rId2"/>
    <p:sldId id="257" r:id="rId3"/>
    <p:sldId id="258" r:id="rId4"/>
    <p:sldId id="269" r:id="rId5"/>
    <p:sldId id="270" r:id="rId6"/>
    <p:sldId id="271" r:id="rId7"/>
    <p:sldId id="273" r:id="rId8"/>
    <p:sldId id="261" r:id="rId9"/>
    <p:sldId id="262" r:id="rId10"/>
    <p:sldId id="263" r:id="rId11"/>
    <p:sldId id="274" r:id="rId12"/>
    <p:sldId id="276" r:id="rId13"/>
    <p:sldId id="275" r:id="rId14"/>
    <p:sldId id="277" r:id="rId15"/>
    <p:sldId id="278" r:id="rId16"/>
    <p:sldId id="279" r:id="rId17"/>
    <p:sldId id="280" r:id="rId18"/>
    <p:sldId id="281" r:id="rId19"/>
    <p:sldId id="286" r:id="rId20"/>
    <p:sldId id="282" r:id="rId21"/>
    <p:sldId id="264" r:id="rId22"/>
    <p:sldId id="283" r:id="rId23"/>
    <p:sldId id="284" r:id="rId24"/>
    <p:sldId id="285" r:id="rId25"/>
    <p:sldId id="265" r:id="rId26"/>
    <p:sldId id="266" r:id="rId27"/>
    <p:sldId id="267" r:id="rId28"/>
    <p:sldId id="268" r:id="rId2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1" roundtripDataSignature="AMtx7mjWrsuzXCNNBJSkKBNBLw/qA4qBf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82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vi-V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0" name="Google Shape;50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9" name="Google Shape;50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6" name="Google Shape;51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7" name="Google Shape;517;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a:extLst>
            <a:ext uri="{FF2B5EF4-FFF2-40B4-BE49-F238E27FC236}">
              <a16:creationId xmlns:a16="http://schemas.microsoft.com/office/drawing/2014/main" id="{2FFF18E3-6CAA-5C44-4E5F-B3951E414D52}"/>
            </a:ext>
          </a:extLst>
        </p:cNvPr>
        <p:cNvGrpSpPr/>
        <p:nvPr/>
      </p:nvGrpSpPr>
      <p:grpSpPr>
        <a:xfrm>
          <a:off x="0" y="0"/>
          <a:ext cx="0" cy="0"/>
          <a:chOff x="0" y="0"/>
          <a:chExt cx="0" cy="0"/>
        </a:xfrm>
      </p:grpSpPr>
      <p:sp>
        <p:nvSpPr>
          <p:cNvPr id="515" name="Google Shape;515;p3:notes">
            <a:extLst>
              <a:ext uri="{FF2B5EF4-FFF2-40B4-BE49-F238E27FC236}">
                <a16:creationId xmlns:a16="http://schemas.microsoft.com/office/drawing/2014/main" id="{E0E62777-A66F-B10C-F996-0C42C11B24E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6" name="Google Shape;516;p3:notes">
            <a:extLst>
              <a:ext uri="{FF2B5EF4-FFF2-40B4-BE49-F238E27FC236}">
                <a16:creationId xmlns:a16="http://schemas.microsoft.com/office/drawing/2014/main" id="{27BB9830-0543-D17D-C204-D8F4748F660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7" name="Google Shape;517;p3:notes">
            <a:extLst>
              <a:ext uri="{FF2B5EF4-FFF2-40B4-BE49-F238E27FC236}">
                <a16:creationId xmlns:a16="http://schemas.microsoft.com/office/drawing/2014/main" id="{DE95A31A-C35F-F258-3605-230B5ED753BC}"/>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4</a:t>
            </a:fld>
            <a:endParaRPr/>
          </a:p>
        </p:txBody>
      </p:sp>
    </p:spTree>
    <p:extLst>
      <p:ext uri="{BB962C8B-B14F-4D97-AF65-F5344CB8AC3E}">
        <p14:creationId xmlns:p14="http://schemas.microsoft.com/office/powerpoint/2010/main" val="22272925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a:extLst>
            <a:ext uri="{FF2B5EF4-FFF2-40B4-BE49-F238E27FC236}">
              <a16:creationId xmlns:a16="http://schemas.microsoft.com/office/drawing/2014/main" id="{72F52FCE-EA46-B599-C9EE-89F187CBBA8B}"/>
            </a:ext>
          </a:extLst>
        </p:cNvPr>
        <p:cNvGrpSpPr/>
        <p:nvPr/>
      </p:nvGrpSpPr>
      <p:grpSpPr>
        <a:xfrm>
          <a:off x="0" y="0"/>
          <a:ext cx="0" cy="0"/>
          <a:chOff x="0" y="0"/>
          <a:chExt cx="0" cy="0"/>
        </a:xfrm>
      </p:grpSpPr>
      <p:sp>
        <p:nvSpPr>
          <p:cNvPr id="524" name="Google Shape;524;p4:notes">
            <a:extLst>
              <a:ext uri="{FF2B5EF4-FFF2-40B4-BE49-F238E27FC236}">
                <a16:creationId xmlns:a16="http://schemas.microsoft.com/office/drawing/2014/main" id="{FB3BEB49-11FA-27ED-CD29-BA181F4F223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5" name="Google Shape;525;p4:notes">
            <a:extLst>
              <a:ext uri="{FF2B5EF4-FFF2-40B4-BE49-F238E27FC236}">
                <a16:creationId xmlns:a16="http://schemas.microsoft.com/office/drawing/2014/main" id="{C26D0F7A-3D4E-7EFD-139B-0747B0803D9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6" name="Google Shape;526;p4:notes">
            <a:extLst>
              <a:ext uri="{FF2B5EF4-FFF2-40B4-BE49-F238E27FC236}">
                <a16:creationId xmlns:a16="http://schemas.microsoft.com/office/drawing/2014/main" id="{DEE15ACE-58A7-3AED-0FC8-7A900318659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5</a:t>
            </a:fld>
            <a:endParaRPr/>
          </a:p>
        </p:txBody>
      </p:sp>
    </p:spTree>
    <p:extLst>
      <p:ext uri="{BB962C8B-B14F-4D97-AF65-F5344CB8AC3E}">
        <p14:creationId xmlns:p14="http://schemas.microsoft.com/office/powerpoint/2010/main" val="5430307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a:extLst>
            <a:ext uri="{FF2B5EF4-FFF2-40B4-BE49-F238E27FC236}">
              <a16:creationId xmlns:a16="http://schemas.microsoft.com/office/drawing/2014/main" id="{EEB18B52-5FF1-8430-DCB2-7FD583C5EF22}"/>
            </a:ext>
          </a:extLst>
        </p:cNvPr>
        <p:cNvGrpSpPr/>
        <p:nvPr/>
      </p:nvGrpSpPr>
      <p:grpSpPr>
        <a:xfrm>
          <a:off x="0" y="0"/>
          <a:ext cx="0" cy="0"/>
          <a:chOff x="0" y="0"/>
          <a:chExt cx="0" cy="0"/>
        </a:xfrm>
      </p:grpSpPr>
      <p:sp>
        <p:nvSpPr>
          <p:cNvPr id="524" name="Google Shape;524;p4:notes">
            <a:extLst>
              <a:ext uri="{FF2B5EF4-FFF2-40B4-BE49-F238E27FC236}">
                <a16:creationId xmlns:a16="http://schemas.microsoft.com/office/drawing/2014/main" id="{868BC9E7-28AC-EA50-BFCD-848AB880B6C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5" name="Google Shape;525;p4:notes">
            <a:extLst>
              <a:ext uri="{FF2B5EF4-FFF2-40B4-BE49-F238E27FC236}">
                <a16:creationId xmlns:a16="http://schemas.microsoft.com/office/drawing/2014/main" id="{C566A32A-DF64-A152-86A8-DAACB4DFD82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6" name="Google Shape;526;p4:notes">
            <a:extLst>
              <a:ext uri="{FF2B5EF4-FFF2-40B4-BE49-F238E27FC236}">
                <a16:creationId xmlns:a16="http://schemas.microsoft.com/office/drawing/2014/main" id="{330B9AC1-EF0E-DA9B-8A3B-2F4F81BF85B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6</a:t>
            </a:fld>
            <a:endParaRPr/>
          </a:p>
        </p:txBody>
      </p:sp>
    </p:spTree>
    <p:extLst>
      <p:ext uri="{BB962C8B-B14F-4D97-AF65-F5344CB8AC3E}">
        <p14:creationId xmlns:p14="http://schemas.microsoft.com/office/powerpoint/2010/main" val="36661399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a:extLst>
            <a:ext uri="{FF2B5EF4-FFF2-40B4-BE49-F238E27FC236}">
              <a16:creationId xmlns:a16="http://schemas.microsoft.com/office/drawing/2014/main" id="{25C519B8-199F-29C6-FF0F-052DC4508FA1}"/>
            </a:ext>
          </a:extLst>
        </p:cNvPr>
        <p:cNvGrpSpPr/>
        <p:nvPr/>
      </p:nvGrpSpPr>
      <p:grpSpPr>
        <a:xfrm>
          <a:off x="0" y="0"/>
          <a:ext cx="0" cy="0"/>
          <a:chOff x="0" y="0"/>
          <a:chExt cx="0" cy="0"/>
        </a:xfrm>
      </p:grpSpPr>
      <p:sp>
        <p:nvSpPr>
          <p:cNvPr id="533" name="Google Shape;533;p5:notes">
            <a:extLst>
              <a:ext uri="{FF2B5EF4-FFF2-40B4-BE49-F238E27FC236}">
                <a16:creationId xmlns:a16="http://schemas.microsoft.com/office/drawing/2014/main" id="{8CB14711-13B7-26CE-9544-72600EBCB50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4" name="Google Shape;534;p5:notes">
            <a:extLst>
              <a:ext uri="{FF2B5EF4-FFF2-40B4-BE49-F238E27FC236}">
                <a16:creationId xmlns:a16="http://schemas.microsoft.com/office/drawing/2014/main" id="{85B34FEC-C65F-0058-8AC6-A4EFD80718C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5" name="Google Shape;535;p5:notes">
            <a:extLst>
              <a:ext uri="{FF2B5EF4-FFF2-40B4-BE49-F238E27FC236}">
                <a16:creationId xmlns:a16="http://schemas.microsoft.com/office/drawing/2014/main" id="{D5BB7D8C-A192-4018-6CD3-27AB9DEE97C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7</a:t>
            </a:fld>
            <a:endParaRPr/>
          </a:p>
        </p:txBody>
      </p:sp>
    </p:spTree>
    <p:extLst>
      <p:ext uri="{BB962C8B-B14F-4D97-AF65-F5344CB8AC3E}">
        <p14:creationId xmlns:p14="http://schemas.microsoft.com/office/powerpoint/2010/main" val="12460789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3" name="Google Shape;543;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4" name="Google Shape;544;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2" name="Google Shape;552;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3" name="Google Shape;553;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1" name="Google Shape;561;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2" name="Google Shape;562;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a:extLst>
            <a:ext uri="{FF2B5EF4-FFF2-40B4-BE49-F238E27FC236}">
              <a16:creationId xmlns:a16="http://schemas.microsoft.com/office/drawing/2014/main" id="{315339B2-624F-B7B1-270A-CFF2E36E8A5B}"/>
            </a:ext>
          </a:extLst>
        </p:cNvPr>
        <p:cNvGrpSpPr/>
        <p:nvPr/>
      </p:nvGrpSpPr>
      <p:grpSpPr>
        <a:xfrm>
          <a:off x="0" y="0"/>
          <a:ext cx="0" cy="0"/>
          <a:chOff x="0" y="0"/>
          <a:chExt cx="0" cy="0"/>
        </a:xfrm>
      </p:grpSpPr>
      <p:sp>
        <p:nvSpPr>
          <p:cNvPr id="560" name="Google Shape;560;p8:notes">
            <a:extLst>
              <a:ext uri="{FF2B5EF4-FFF2-40B4-BE49-F238E27FC236}">
                <a16:creationId xmlns:a16="http://schemas.microsoft.com/office/drawing/2014/main" id="{FBFE09A2-174D-8E2E-8D4B-46B13C907FC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1" name="Google Shape;561;p8:notes">
            <a:extLst>
              <a:ext uri="{FF2B5EF4-FFF2-40B4-BE49-F238E27FC236}">
                <a16:creationId xmlns:a16="http://schemas.microsoft.com/office/drawing/2014/main" id="{2CE3B253-AE29-881B-2E75-1B9BFAD3E6A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2" name="Google Shape;562;p8:notes">
            <a:extLst>
              <a:ext uri="{FF2B5EF4-FFF2-40B4-BE49-F238E27FC236}">
                <a16:creationId xmlns:a16="http://schemas.microsoft.com/office/drawing/2014/main" id="{0E8D7475-A81E-0009-4719-689EEB36509C}"/>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11</a:t>
            </a:fld>
            <a:endParaRPr/>
          </a:p>
        </p:txBody>
      </p:sp>
    </p:spTree>
    <p:extLst>
      <p:ext uri="{BB962C8B-B14F-4D97-AF65-F5344CB8AC3E}">
        <p14:creationId xmlns:p14="http://schemas.microsoft.com/office/powerpoint/2010/main" val="22148427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a:extLst>
            <a:ext uri="{FF2B5EF4-FFF2-40B4-BE49-F238E27FC236}">
              <a16:creationId xmlns:a16="http://schemas.microsoft.com/office/drawing/2014/main" id="{376F6243-9AB4-4D5F-8235-734258C0BCA4}"/>
            </a:ext>
          </a:extLst>
        </p:cNvPr>
        <p:cNvGrpSpPr/>
        <p:nvPr/>
      </p:nvGrpSpPr>
      <p:grpSpPr>
        <a:xfrm>
          <a:off x="0" y="0"/>
          <a:ext cx="0" cy="0"/>
          <a:chOff x="0" y="0"/>
          <a:chExt cx="0" cy="0"/>
        </a:xfrm>
      </p:grpSpPr>
      <p:sp>
        <p:nvSpPr>
          <p:cNvPr id="560" name="Google Shape;560;p8:notes">
            <a:extLst>
              <a:ext uri="{FF2B5EF4-FFF2-40B4-BE49-F238E27FC236}">
                <a16:creationId xmlns:a16="http://schemas.microsoft.com/office/drawing/2014/main" id="{822BDFDC-F817-EB52-5175-643A2E2479F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1" name="Google Shape;561;p8:notes">
            <a:extLst>
              <a:ext uri="{FF2B5EF4-FFF2-40B4-BE49-F238E27FC236}">
                <a16:creationId xmlns:a16="http://schemas.microsoft.com/office/drawing/2014/main" id="{A14F4D8F-64B6-72D9-6C2A-AB9B76BD1AD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2" name="Google Shape;562;p8:notes">
            <a:extLst>
              <a:ext uri="{FF2B5EF4-FFF2-40B4-BE49-F238E27FC236}">
                <a16:creationId xmlns:a16="http://schemas.microsoft.com/office/drawing/2014/main" id="{5421C0CD-D773-271A-0F5D-28922296712E}"/>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12</a:t>
            </a:fld>
            <a:endParaRPr/>
          </a:p>
        </p:txBody>
      </p:sp>
    </p:spTree>
    <p:extLst>
      <p:ext uri="{BB962C8B-B14F-4D97-AF65-F5344CB8AC3E}">
        <p14:creationId xmlns:p14="http://schemas.microsoft.com/office/powerpoint/2010/main" val="15402916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a:extLst>
            <a:ext uri="{FF2B5EF4-FFF2-40B4-BE49-F238E27FC236}">
              <a16:creationId xmlns:a16="http://schemas.microsoft.com/office/drawing/2014/main" id="{190E83C5-577A-A51A-4A82-C0CCB1B1AC7D}"/>
            </a:ext>
          </a:extLst>
        </p:cNvPr>
        <p:cNvGrpSpPr/>
        <p:nvPr/>
      </p:nvGrpSpPr>
      <p:grpSpPr>
        <a:xfrm>
          <a:off x="0" y="0"/>
          <a:ext cx="0" cy="0"/>
          <a:chOff x="0" y="0"/>
          <a:chExt cx="0" cy="0"/>
        </a:xfrm>
      </p:grpSpPr>
      <p:sp>
        <p:nvSpPr>
          <p:cNvPr id="560" name="Google Shape;560;p8:notes">
            <a:extLst>
              <a:ext uri="{FF2B5EF4-FFF2-40B4-BE49-F238E27FC236}">
                <a16:creationId xmlns:a16="http://schemas.microsoft.com/office/drawing/2014/main" id="{0D942713-8806-1550-D055-A11B5E648A7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1" name="Google Shape;561;p8:notes">
            <a:extLst>
              <a:ext uri="{FF2B5EF4-FFF2-40B4-BE49-F238E27FC236}">
                <a16:creationId xmlns:a16="http://schemas.microsoft.com/office/drawing/2014/main" id="{98C7A22B-A2CB-C235-ED61-B35AB96A654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2" name="Google Shape;562;p8:notes">
            <a:extLst>
              <a:ext uri="{FF2B5EF4-FFF2-40B4-BE49-F238E27FC236}">
                <a16:creationId xmlns:a16="http://schemas.microsoft.com/office/drawing/2014/main" id="{BDEBD1BC-E88B-6DB5-BDB3-1FDD9296F74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13</a:t>
            </a:fld>
            <a:endParaRPr/>
          </a:p>
        </p:txBody>
      </p:sp>
    </p:spTree>
    <p:extLst>
      <p:ext uri="{BB962C8B-B14F-4D97-AF65-F5344CB8AC3E}">
        <p14:creationId xmlns:p14="http://schemas.microsoft.com/office/powerpoint/2010/main" val="34204786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a:extLst>
            <a:ext uri="{FF2B5EF4-FFF2-40B4-BE49-F238E27FC236}">
              <a16:creationId xmlns:a16="http://schemas.microsoft.com/office/drawing/2014/main" id="{4914B4D4-B0E4-A496-2A8A-B9ACA457F83F}"/>
            </a:ext>
          </a:extLst>
        </p:cNvPr>
        <p:cNvGrpSpPr/>
        <p:nvPr/>
      </p:nvGrpSpPr>
      <p:grpSpPr>
        <a:xfrm>
          <a:off x="0" y="0"/>
          <a:ext cx="0" cy="0"/>
          <a:chOff x="0" y="0"/>
          <a:chExt cx="0" cy="0"/>
        </a:xfrm>
      </p:grpSpPr>
      <p:sp>
        <p:nvSpPr>
          <p:cNvPr id="560" name="Google Shape;560;p8:notes">
            <a:extLst>
              <a:ext uri="{FF2B5EF4-FFF2-40B4-BE49-F238E27FC236}">
                <a16:creationId xmlns:a16="http://schemas.microsoft.com/office/drawing/2014/main" id="{CE90888E-F6AC-FE13-00CA-76EA48202FA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1" name="Google Shape;561;p8:notes">
            <a:extLst>
              <a:ext uri="{FF2B5EF4-FFF2-40B4-BE49-F238E27FC236}">
                <a16:creationId xmlns:a16="http://schemas.microsoft.com/office/drawing/2014/main" id="{CBDB10F2-A795-7850-4A4A-8BB506B7786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2" name="Google Shape;562;p8:notes">
            <a:extLst>
              <a:ext uri="{FF2B5EF4-FFF2-40B4-BE49-F238E27FC236}">
                <a16:creationId xmlns:a16="http://schemas.microsoft.com/office/drawing/2014/main" id="{97D7DBB6-1D39-0319-CE79-14E4E58C8F2D}"/>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14</a:t>
            </a:fld>
            <a:endParaRPr/>
          </a:p>
        </p:txBody>
      </p:sp>
    </p:spTree>
    <p:extLst>
      <p:ext uri="{BB962C8B-B14F-4D97-AF65-F5344CB8AC3E}">
        <p14:creationId xmlns:p14="http://schemas.microsoft.com/office/powerpoint/2010/main" val="4109403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a:extLst>
            <a:ext uri="{FF2B5EF4-FFF2-40B4-BE49-F238E27FC236}">
              <a16:creationId xmlns:a16="http://schemas.microsoft.com/office/drawing/2014/main" id="{C1AD209D-5F21-D792-889C-98AA11D8C83B}"/>
            </a:ext>
          </a:extLst>
        </p:cNvPr>
        <p:cNvGrpSpPr/>
        <p:nvPr/>
      </p:nvGrpSpPr>
      <p:grpSpPr>
        <a:xfrm>
          <a:off x="0" y="0"/>
          <a:ext cx="0" cy="0"/>
          <a:chOff x="0" y="0"/>
          <a:chExt cx="0" cy="0"/>
        </a:xfrm>
      </p:grpSpPr>
      <p:sp>
        <p:nvSpPr>
          <p:cNvPr id="560" name="Google Shape;560;p8:notes">
            <a:extLst>
              <a:ext uri="{FF2B5EF4-FFF2-40B4-BE49-F238E27FC236}">
                <a16:creationId xmlns:a16="http://schemas.microsoft.com/office/drawing/2014/main" id="{E0BFEE61-2FDE-A8B9-F841-E34D7C62E17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1" name="Google Shape;561;p8:notes">
            <a:extLst>
              <a:ext uri="{FF2B5EF4-FFF2-40B4-BE49-F238E27FC236}">
                <a16:creationId xmlns:a16="http://schemas.microsoft.com/office/drawing/2014/main" id="{F4BA6E7F-8100-6D6E-7678-A519E515BBB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2" name="Google Shape;562;p8:notes">
            <a:extLst>
              <a:ext uri="{FF2B5EF4-FFF2-40B4-BE49-F238E27FC236}">
                <a16:creationId xmlns:a16="http://schemas.microsoft.com/office/drawing/2014/main" id="{A13846C4-A09E-396D-BCCE-3F8BC9501FEF}"/>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15</a:t>
            </a:fld>
            <a:endParaRPr/>
          </a:p>
        </p:txBody>
      </p:sp>
    </p:spTree>
    <p:extLst>
      <p:ext uri="{BB962C8B-B14F-4D97-AF65-F5344CB8AC3E}">
        <p14:creationId xmlns:p14="http://schemas.microsoft.com/office/powerpoint/2010/main" val="26681707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a:extLst>
            <a:ext uri="{FF2B5EF4-FFF2-40B4-BE49-F238E27FC236}">
              <a16:creationId xmlns:a16="http://schemas.microsoft.com/office/drawing/2014/main" id="{0032F5F9-06EA-CFA9-3613-18D564745068}"/>
            </a:ext>
          </a:extLst>
        </p:cNvPr>
        <p:cNvGrpSpPr/>
        <p:nvPr/>
      </p:nvGrpSpPr>
      <p:grpSpPr>
        <a:xfrm>
          <a:off x="0" y="0"/>
          <a:ext cx="0" cy="0"/>
          <a:chOff x="0" y="0"/>
          <a:chExt cx="0" cy="0"/>
        </a:xfrm>
      </p:grpSpPr>
      <p:sp>
        <p:nvSpPr>
          <p:cNvPr id="560" name="Google Shape;560;p8:notes">
            <a:extLst>
              <a:ext uri="{FF2B5EF4-FFF2-40B4-BE49-F238E27FC236}">
                <a16:creationId xmlns:a16="http://schemas.microsoft.com/office/drawing/2014/main" id="{35CABBD4-4B49-F161-2031-6D398D3FF9B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1" name="Google Shape;561;p8:notes">
            <a:extLst>
              <a:ext uri="{FF2B5EF4-FFF2-40B4-BE49-F238E27FC236}">
                <a16:creationId xmlns:a16="http://schemas.microsoft.com/office/drawing/2014/main" id="{1D14BDB1-CC6E-72A8-C06F-7E4844D08F7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2" name="Google Shape;562;p8:notes">
            <a:extLst>
              <a:ext uri="{FF2B5EF4-FFF2-40B4-BE49-F238E27FC236}">
                <a16:creationId xmlns:a16="http://schemas.microsoft.com/office/drawing/2014/main" id="{7EA9AB13-741D-21C2-1124-3E74B9F1F83E}"/>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16</a:t>
            </a:fld>
            <a:endParaRPr/>
          </a:p>
        </p:txBody>
      </p:sp>
    </p:spTree>
    <p:extLst>
      <p:ext uri="{BB962C8B-B14F-4D97-AF65-F5344CB8AC3E}">
        <p14:creationId xmlns:p14="http://schemas.microsoft.com/office/powerpoint/2010/main" val="128580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a:extLst>
            <a:ext uri="{FF2B5EF4-FFF2-40B4-BE49-F238E27FC236}">
              <a16:creationId xmlns:a16="http://schemas.microsoft.com/office/drawing/2014/main" id="{1FBF7EFE-5AD1-E94C-1D29-963DACCE638C}"/>
            </a:ext>
          </a:extLst>
        </p:cNvPr>
        <p:cNvGrpSpPr/>
        <p:nvPr/>
      </p:nvGrpSpPr>
      <p:grpSpPr>
        <a:xfrm>
          <a:off x="0" y="0"/>
          <a:ext cx="0" cy="0"/>
          <a:chOff x="0" y="0"/>
          <a:chExt cx="0" cy="0"/>
        </a:xfrm>
      </p:grpSpPr>
      <p:sp>
        <p:nvSpPr>
          <p:cNvPr id="560" name="Google Shape;560;p8:notes">
            <a:extLst>
              <a:ext uri="{FF2B5EF4-FFF2-40B4-BE49-F238E27FC236}">
                <a16:creationId xmlns:a16="http://schemas.microsoft.com/office/drawing/2014/main" id="{5ADF302E-AE95-B606-08D5-FA4FDC8F1D8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1" name="Google Shape;561;p8:notes">
            <a:extLst>
              <a:ext uri="{FF2B5EF4-FFF2-40B4-BE49-F238E27FC236}">
                <a16:creationId xmlns:a16="http://schemas.microsoft.com/office/drawing/2014/main" id="{83820418-1056-7D60-35D7-37EC6697702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2" name="Google Shape;562;p8:notes">
            <a:extLst>
              <a:ext uri="{FF2B5EF4-FFF2-40B4-BE49-F238E27FC236}">
                <a16:creationId xmlns:a16="http://schemas.microsoft.com/office/drawing/2014/main" id="{06900ECF-9006-926D-A646-4309BFEE9EC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17</a:t>
            </a:fld>
            <a:endParaRPr/>
          </a:p>
        </p:txBody>
      </p:sp>
    </p:spTree>
    <p:extLst>
      <p:ext uri="{BB962C8B-B14F-4D97-AF65-F5344CB8AC3E}">
        <p14:creationId xmlns:p14="http://schemas.microsoft.com/office/powerpoint/2010/main" val="17123889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a:extLst>
            <a:ext uri="{FF2B5EF4-FFF2-40B4-BE49-F238E27FC236}">
              <a16:creationId xmlns:a16="http://schemas.microsoft.com/office/drawing/2014/main" id="{2CAB36AD-B1A2-A8FE-5FD8-583D9416FE85}"/>
            </a:ext>
          </a:extLst>
        </p:cNvPr>
        <p:cNvGrpSpPr/>
        <p:nvPr/>
      </p:nvGrpSpPr>
      <p:grpSpPr>
        <a:xfrm>
          <a:off x="0" y="0"/>
          <a:ext cx="0" cy="0"/>
          <a:chOff x="0" y="0"/>
          <a:chExt cx="0" cy="0"/>
        </a:xfrm>
      </p:grpSpPr>
      <p:sp>
        <p:nvSpPr>
          <p:cNvPr id="560" name="Google Shape;560;p8:notes">
            <a:extLst>
              <a:ext uri="{FF2B5EF4-FFF2-40B4-BE49-F238E27FC236}">
                <a16:creationId xmlns:a16="http://schemas.microsoft.com/office/drawing/2014/main" id="{D886D197-9656-DD36-C2CC-C6BE92CCE29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1" name="Google Shape;561;p8:notes">
            <a:extLst>
              <a:ext uri="{FF2B5EF4-FFF2-40B4-BE49-F238E27FC236}">
                <a16:creationId xmlns:a16="http://schemas.microsoft.com/office/drawing/2014/main" id="{5A6D8C3B-9E21-9470-6C7F-8E3370341E3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2" name="Google Shape;562;p8:notes">
            <a:extLst>
              <a:ext uri="{FF2B5EF4-FFF2-40B4-BE49-F238E27FC236}">
                <a16:creationId xmlns:a16="http://schemas.microsoft.com/office/drawing/2014/main" id="{3B6C24E0-F95E-1FB4-1524-C094B7E6361D}"/>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18</a:t>
            </a:fld>
            <a:endParaRPr/>
          </a:p>
        </p:txBody>
      </p:sp>
    </p:spTree>
    <p:extLst>
      <p:ext uri="{BB962C8B-B14F-4D97-AF65-F5344CB8AC3E}">
        <p14:creationId xmlns:p14="http://schemas.microsoft.com/office/powerpoint/2010/main" val="8028932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a:extLst>
            <a:ext uri="{FF2B5EF4-FFF2-40B4-BE49-F238E27FC236}">
              <a16:creationId xmlns:a16="http://schemas.microsoft.com/office/drawing/2014/main" id="{64ABD3F5-F18A-AC09-D9ED-DA50CF0E5918}"/>
            </a:ext>
          </a:extLst>
        </p:cNvPr>
        <p:cNvGrpSpPr/>
        <p:nvPr/>
      </p:nvGrpSpPr>
      <p:grpSpPr>
        <a:xfrm>
          <a:off x="0" y="0"/>
          <a:ext cx="0" cy="0"/>
          <a:chOff x="0" y="0"/>
          <a:chExt cx="0" cy="0"/>
        </a:xfrm>
      </p:grpSpPr>
      <p:sp>
        <p:nvSpPr>
          <p:cNvPr id="560" name="Google Shape;560;p8:notes">
            <a:extLst>
              <a:ext uri="{FF2B5EF4-FFF2-40B4-BE49-F238E27FC236}">
                <a16:creationId xmlns:a16="http://schemas.microsoft.com/office/drawing/2014/main" id="{BCB9C773-E0F2-4F16-4FB7-270CEA9ADA9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1" name="Google Shape;561;p8:notes">
            <a:extLst>
              <a:ext uri="{FF2B5EF4-FFF2-40B4-BE49-F238E27FC236}">
                <a16:creationId xmlns:a16="http://schemas.microsoft.com/office/drawing/2014/main" id="{17D3305B-9E0D-C9E2-A2BE-93F2D9C893C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2" name="Google Shape;562;p8:notes">
            <a:extLst>
              <a:ext uri="{FF2B5EF4-FFF2-40B4-BE49-F238E27FC236}">
                <a16:creationId xmlns:a16="http://schemas.microsoft.com/office/drawing/2014/main" id="{628D8E6E-7130-D88B-A03D-4BCAEF2B5AA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19</a:t>
            </a:fld>
            <a:endParaRPr/>
          </a:p>
        </p:txBody>
      </p:sp>
    </p:spTree>
    <p:extLst>
      <p:ext uri="{BB962C8B-B14F-4D97-AF65-F5344CB8AC3E}">
        <p14:creationId xmlns:p14="http://schemas.microsoft.com/office/powerpoint/2010/main" val="2595071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a:extLst>
            <a:ext uri="{FF2B5EF4-FFF2-40B4-BE49-F238E27FC236}">
              <a16:creationId xmlns:a16="http://schemas.microsoft.com/office/drawing/2014/main" id="{689B4BB2-598D-06DE-AF9C-6C5D472C5D74}"/>
            </a:ext>
          </a:extLst>
        </p:cNvPr>
        <p:cNvGrpSpPr/>
        <p:nvPr/>
      </p:nvGrpSpPr>
      <p:grpSpPr>
        <a:xfrm>
          <a:off x="0" y="0"/>
          <a:ext cx="0" cy="0"/>
          <a:chOff x="0" y="0"/>
          <a:chExt cx="0" cy="0"/>
        </a:xfrm>
      </p:grpSpPr>
      <p:sp>
        <p:nvSpPr>
          <p:cNvPr id="560" name="Google Shape;560;p8:notes">
            <a:extLst>
              <a:ext uri="{FF2B5EF4-FFF2-40B4-BE49-F238E27FC236}">
                <a16:creationId xmlns:a16="http://schemas.microsoft.com/office/drawing/2014/main" id="{F82C12E1-6840-B54A-4AF6-B57D279BF6B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1" name="Google Shape;561;p8:notes">
            <a:extLst>
              <a:ext uri="{FF2B5EF4-FFF2-40B4-BE49-F238E27FC236}">
                <a16:creationId xmlns:a16="http://schemas.microsoft.com/office/drawing/2014/main" id="{D7B38127-46A2-A29B-D821-56FF65C1213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2" name="Google Shape;562;p8:notes">
            <a:extLst>
              <a:ext uri="{FF2B5EF4-FFF2-40B4-BE49-F238E27FC236}">
                <a16:creationId xmlns:a16="http://schemas.microsoft.com/office/drawing/2014/main" id="{98443B5B-97AF-B6F7-30F5-6102AFD6856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20</a:t>
            </a:fld>
            <a:endParaRPr/>
          </a:p>
        </p:txBody>
      </p:sp>
    </p:spTree>
    <p:extLst>
      <p:ext uri="{BB962C8B-B14F-4D97-AF65-F5344CB8AC3E}">
        <p14:creationId xmlns:p14="http://schemas.microsoft.com/office/powerpoint/2010/main" val="30815836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0" name="Google Shape;570;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1" name="Google Shape;571;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a:extLst>
            <a:ext uri="{FF2B5EF4-FFF2-40B4-BE49-F238E27FC236}">
              <a16:creationId xmlns:a16="http://schemas.microsoft.com/office/drawing/2014/main" id="{E76F17A4-9254-2BAA-FB77-B0246E676545}"/>
            </a:ext>
          </a:extLst>
        </p:cNvPr>
        <p:cNvGrpSpPr/>
        <p:nvPr/>
      </p:nvGrpSpPr>
      <p:grpSpPr>
        <a:xfrm>
          <a:off x="0" y="0"/>
          <a:ext cx="0" cy="0"/>
          <a:chOff x="0" y="0"/>
          <a:chExt cx="0" cy="0"/>
        </a:xfrm>
      </p:grpSpPr>
      <p:sp>
        <p:nvSpPr>
          <p:cNvPr id="569" name="Google Shape;569;p9:notes">
            <a:extLst>
              <a:ext uri="{FF2B5EF4-FFF2-40B4-BE49-F238E27FC236}">
                <a16:creationId xmlns:a16="http://schemas.microsoft.com/office/drawing/2014/main" id="{324C011B-3E84-65EC-D143-2AF6A120F5E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0" name="Google Shape;570;p9:notes">
            <a:extLst>
              <a:ext uri="{FF2B5EF4-FFF2-40B4-BE49-F238E27FC236}">
                <a16:creationId xmlns:a16="http://schemas.microsoft.com/office/drawing/2014/main" id="{77A6B20C-41F7-6D29-0C5B-B8C5C8C5FDE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1" name="Google Shape;571;p9:notes">
            <a:extLst>
              <a:ext uri="{FF2B5EF4-FFF2-40B4-BE49-F238E27FC236}">
                <a16:creationId xmlns:a16="http://schemas.microsoft.com/office/drawing/2014/main" id="{2E2C0C9C-A4FE-A7BF-D199-7C1EDB6122B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22</a:t>
            </a:fld>
            <a:endParaRPr/>
          </a:p>
        </p:txBody>
      </p:sp>
    </p:spTree>
    <p:extLst>
      <p:ext uri="{BB962C8B-B14F-4D97-AF65-F5344CB8AC3E}">
        <p14:creationId xmlns:p14="http://schemas.microsoft.com/office/powerpoint/2010/main" val="4635158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a:extLst>
            <a:ext uri="{FF2B5EF4-FFF2-40B4-BE49-F238E27FC236}">
              <a16:creationId xmlns:a16="http://schemas.microsoft.com/office/drawing/2014/main" id="{B0CDD7D9-0A3F-18B5-29BC-36DAC745C765}"/>
            </a:ext>
          </a:extLst>
        </p:cNvPr>
        <p:cNvGrpSpPr/>
        <p:nvPr/>
      </p:nvGrpSpPr>
      <p:grpSpPr>
        <a:xfrm>
          <a:off x="0" y="0"/>
          <a:ext cx="0" cy="0"/>
          <a:chOff x="0" y="0"/>
          <a:chExt cx="0" cy="0"/>
        </a:xfrm>
      </p:grpSpPr>
      <p:sp>
        <p:nvSpPr>
          <p:cNvPr id="569" name="Google Shape;569;p9:notes">
            <a:extLst>
              <a:ext uri="{FF2B5EF4-FFF2-40B4-BE49-F238E27FC236}">
                <a16:creationId xmlns:a16="http://schemas.microsoft.com/office/drawing/2014/main" id="{7F19AB55-3BFF-3991-9A67-4418B55032A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0" name="Google Shape;570;p9:notes">
            <a:extLst>
              <a:ext uri="{FF2B5EF4-FFF2-40B4-BE49-F238E27FC236}">
                <a16:creationId xmlns:a16="http://schemas.microsoft.com/office/drawing/2014/main" id="{F132EC4B-BB03-9981-1096-DE5D0DFB3CA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1" name="Google Shape;571;p9:notes">
            <a:extLst>
              <a:ext uri="{FF2B5EF4-FFF2-40B4-BE49-F238E27FC236}">
                <a16:creationId xmlns:a16="http://schemas.microsoft.com/office/drawing/2014/main" id="{986745F6-5B53-300E-F0EC-3B766DF89FB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23</a:t>
            </a:fld>
            <a:endParaRPr/>
          </a:p>
        </p:txBody>
      </p:sp>
    </p:spTree>
    <p:extLst>
      <p:ext uri="{BB962C8B-B14F-4D97-AF65-F5344CB8AC3E}">
        <p14:creationId xmlns:p14="http://schemas.microsoft.com/office/powerpoint/2010/main" val="14471040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a:extLst>
            <a:ext uri="{FF2B5EF4-FFF2-40B4-BE49-F238E27FC236}">
              <a16:creationId xmlns:a16="http://schemas.microsoft.com/office/drawing/2014/main" id="{A5D4D1B0-FC37-DB1E-A4E5-AC04D8303346}"/>
            </a:ext>
          </a:extLst>
        </p:cNvPr>
        <p:cNvGrpSpPr/>
        <p:nvPr/>
      </p:nvGrpSpPr>
      <p:grpSpPr>
        <a:xfrm>
          <a:off x="0" y="0"/>
          <a:ext cx="0" cy="0"/>
          <a:chOff x="0" y="0"/>
          <a:chExt cx="0" cy="0"/>
        </a:xfrm>
      </p:grpSpPr>
      <p:sp>
        <p:nvSpPr>
          <p:cNvPr id="569" name="Google Shape;569;p9:notes">
            <a:extLst>
              <a:ext uri="{FF2B5EF4-FFF2-40B4-BE49-F238E27FC236}">
                <a16:creationId xmlns:a16="http://schemas.microsoft.com/office/drawing/2014/main" id="{D1EFB564-B868-0791-CF9F-0E4E5C9A006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0" name="Google Shape;570;p9:notes">
            <a:extLst>
              <a:ext uri="{FF2B5EF4-FFF2-40B4-BE49-F238E27FC236}">
                <a16:creationId xmlns:a16="http://schemas.microsoft.com/office/drawing/2014/main" id="{675E9FB6-1671-CBBB-49A0-5F85648D2C2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1" name="Google Shape;571;p9:notes">
            <a:extLst>
              <a:ext uri="{FF2B5EF4-FFF2-40B4-BE49-F238E27FC236}">
                <a16:creationId xmlns:a16="http://schemas.microsoft.com/office/drawing/2014/main" id="{A5DDF35E-88F0-3420-E4DA-937CAA94742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24</a:t>
            </a:fld>
            <a:endParaRPr/>
          </a:p>
        </p:txBody>
      </p:sp>
    </p:spTree>
    <p:extLst>
      <p:ext uri="{BB962C8B-B14F-4D97-AF65-F5344CB8AC3E}">
        <p14:creationId xmlns:p14="http://schemas.microsoft.com/office/powerpoint/2010/main" val="3666179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9" name="Google Shape;579;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0" name="Google Shape;580;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p:cNvGrpSpPr/>
        <p:nvPr/>
      </p:nvGrpSpPr>
      <p:grpSpPr>
        <a:xfrm>
          <a:off x="0" y="0"/>
          <a:ext cx="0" cy="0"/>
          <a:chOff x="0" y="0"/>
          <a:chExt cx="0" cy="0"/>
        </a:xfrm>
      </p:grpSpPr>
      <p:sp>
        <p:nvSpPr>
          <p:cNvPr id="587" name="Google Shape;58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8" name="Google Shape;588;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9" name="Google Shape;589;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p:cNvGrpSpPr/>
        <p:nvPr/>
      </p:nvGrpSpPr>
      <p:grpSpPr>
        <a:xfrm>
          <a:off x="0" y="0"/>
          <a:ext cx="0" cy="0"/>
          <a:chOff x="0" y="0"/>
          <a:chExt cx="0" cy="0"/>
        </a:xfrm>
      </p:grpSpPr>
      <p:sp>
        <p:nvSpPr>
          <p:cNvPr id="596" name="Google Shape;596;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7" name="Google Shape;597;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3"/>
        <p:cNvGrpSpPr/>
        <p:nvPr/>
      </p:nvGrpSpPr>
      <p:grpSpPr>
        <a:xfrm>
          <a:off x="0" y="0"/>
          <a:ext cx="0" cy="0"/>
          <a:chOff x="0" y="0"/>
          <a:chExt cx="0" cy="0"/>
        </a:xfrm>
      </p:grpSpPr>
      <p:sp>
        <p:nvSpPr>
          <p:cNvPr id="604" name="Google Shape;604;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5" name="Google Shape;605;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6" name="Google Shape;606;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28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êu đề">
  <p:cSld name="Tiêu đề">
    <p:spTree>
      <p:nvGrpSpPr>
        <p:cNvPr id="1" name="Shape 15"/>
        <p:cNvGrpSpPr/>
        <p:nvPr/>
      </p:nvGrpSpPr>
      <p:grpSpPr>
        <a:xfrm>
          <a:off x="0" y="0"/>
          <a:ext cx="0" cy="0"/>
          <a:chOff x="0" y="0"/>
          <a:chExt cx="0" cy="0"/>
        </a:xfrm>
      </p:grpSpPr>
      <p:sp>
        <p:nvSpPr>
          <p:cNvPr id="16" name="Google Shape;16;p15"/>
          <p:cNvSpPr txBox="1">
            <a:spLocks noGrp="1"/>
          </p:cNvSpPr>
          <p:nvPr>
            <p:ph type="ftr" idx="11"/>
          </p:nvPr>
        </p:nvSpPr>
        <p:spPr>
          <a:xfrm>
            <a:off x="2353680" y="6480629"/>
            <a:ext cx="4288103" cy="23677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100">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15"/>
          <p:cNvSpPr/>
          <p:nvPr/>
        </p:nvSpPr>
        <p:spPr>
          <a:xfrm rot="10800000">
            <a:off x="-1" y="0"/>
            <a:ext cx="12192000" cy="6858000"/>
          </a:xfrm>
          <a:custGeom>
            <a:avLst/>
            <a:gdLst/>
            <a:ahLst/>
            <a:cxnLst/>
            <a:rect l="l" t="t" r="r" b="b"/>
            <a:pathLst>
              <a:path w="12192000" h="6858000" extrusionOk="0">
                <a:moveTo>
                  <a:pt x="12192000" y="304800"/>
                </a:moveTo>
                <a:lnTo>
                  <a:pt x="9909279" y="304800"/>
                </a:lnTo>
                <a:lnTo>
                  <a:pt x="9732789" y="152400"/>
                </a:lnTo>
                <a:lnTo>
                  <a:pt x="5617499" y="152400"/>
                </a:lnTo>
                <a:lnTo>
                  <a:pt x="5441009" y="0"/>
                </a:lnTo>
                <a:lnTo>
                  <a:pt x="12192000" y="0"/>
                </a:lnTo>
                <a:close/>
                <a:moveTo>
                  <a:pt x="0" y="616911"/>
                </a:moveTo>
                <a:lnTo>
                  <a:pt x="0" y="0"/>
                </a:lnTo>
                <a:lnTo>
                  <a:pt x="715617" y="0"/>
                </a:lnTo>
                <a:close/>
                <a:moveTo>
                  <a:pt x="12191999" y="6858000"/>
                </a:moveTo>
                <a:lnTo>
                  <a:pt x="11476382" y="6858000"/>
                </a:lnTo>
                <a:lnTo>
                  <a:pt x="12191999" y="6241089"/>
                </a:lnTo>
                <a:close/>
                <a:moveTo>
                  <a:pt x="6750991" y="6858000"/>
                </a:moveTo>
                <a:lnTo>
                  <a:pt x="0" y="6858000"/>
                </a:lnTo>
                <a:lnTo>
                  <a:pt x="0" y="6553200"/>
                </a:lnTo>
                <a:lnTo>
                  <a:pt x="2282721" y="6553200"/>
                </a:lnTo>
                <a:lnTo>
                  <a:pt x="2459211" y="6705600"/>
                </a:lnTo>
                <a:lnTo>
                  <a:pt x="6574500" y="6705600"/>
                </a:lnTo>
                <a:close/>
              </a:path>
            </a:pathLst>
          </a:custGeom>
          <a:blipFill rotWithShape="1">
            <a:blip r:embed="rId2">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 name="Google Shape;18;p15"/>
          <p:cNvSpPr/>
          <p:nvPr/>
        </p:nvSpPr>
        <p:spPr>
          <a:xfrm rot="10800000">
            <a:off x="0" y="0"/>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nvGrpSpPr>
          <p:cNvPr id="19" name="Google Shape;19;p15"/>
          <p:cNvGrpSpPr/>
          <p:nvPr/>
        </p:nvGrpSpPr>
        <p:grpSpPr>
          <a:xfrm>
            <a:off x="58527" y="40944"/>
            <a:ext cx="2869771" cy="1563379"/>
            <a:chOff x="44879" y="27296"/>
            <a:chExt cx="2869771" cy="1563379"/>
          </a:xfrm>
        </p:grpSpPr>
        <p:cxnSp>
          <p:nvCxnSpPr>
            <p:cNvPr id="20" name="Google Shape;20;p15"/>
            <p:cNvCxnSpPr/>
            <p:nvPr/>
          </p:nvCxnSpPr>
          <p:spPr>
            <a:xfrm rot="10800000">
              <a:off x="766351" y="34631"/>
              <a:ext cx="2148299" cy="0"/>
            </a:xfrm>
            <a:prstGeom prst="straightConnector1">
              <a:avLst/>
            </a:prstGeom>
            <a:noFill/>
            <a:ln w="38100" cap="flat" cmpd="sng">
              <a:solidFill>
                <a:srgbClr val="00C6FF"/>
              </a:solidFill>
              <a:prstDash val="solid"/>
              <a:miter lim="800000"/>
              <a:headEnd type="none" w="sm" len="sm"/>
              <a:tailEnd type="none" w="sm" len="sm"/>
            </a:ln>
          </p:spPr>
        </p:cxnSp>
        <p:cxnSp>
          <p:nvCxnSpPr>
            <p:cNvPr id="21" name="Google Shape;21;p15"/>
            <p:cNvCxnSpPr/>
            <p:nvPr/>
          </p:nvCxnSpPr>
          <p:spPr>
            <a:xfrm flipH="1">
              <a:off x="44879" y="27296"/>
              <a:ext cx="737495" cy="644210"/>
            </a:xfrm>
            <a:prstGeom prst="straightConnector1">
              <a:avLst/>
            </a:prstGeom>
            <a:noFill/>
            <a:ln w="38100" cap="flat" cmpd="sng">
              <a:solidFill>
                <a:srgbClr val="00C6FF"/>
              </a:solidFill>
              <a:prstDash val="solid"/>
              <a:miter lim="800000"/>
              <a:headEnd type="none" w="sm" len="sm"/>
              <a:tailEnd type="none" w="sm" len="sm"/>
            </a:ln>
          </p:spPr>
        </p:cxnSp>
        <p:cxnSp>
          <p:nvCxnSpPr>
            <p:cNvPr id="22" name="Google Shape;22;p15"/>
            <p:cNvCxnSpPr/>
            <p:nvPr/>
          </p:nvCxnSpPr>
          <p:spPr>
            <a:xfrm rot="10800000">
              <a:off x="52214" y="654128"/>
              <a:ext cx="0" cy="936547"/>
            </a:xfrm>
            <a:prstGeom prst="straightConnector1">
              <a:avLst/>
            </a:prstGeom>
            <a:noFill/>
            <a:ln w="38100" cap="flat" cmpd="sng">
              <a:solidFill>
                <a:srgbClr val="00C6FF"/>
              </a:solidFill>
              <a:prstDash val="solid"/>
              <a:miter lim="800000"/>
              <a:headEnd type="none" w="sm" len="sm"/>
              <a:tailEnd type="none" w="sm" len="sm"/>
            </a:ln>
          </p:spPr>
        </p:cxnSp>
      </p:grpSp>
      <p:sp>
        <p:nvSpPr>
          <p:cNvPr id="23" name="Google Shape;23;p15"/>
          <p:cNvSpPr/>
          <p:nvPr/>
        </p:nvSpPr>
        <p:spPr>
          <a:xfrm>
            <a:off x="11476383" y="6241089"/>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nvGrpSpPr>
          <p:cNvPr id="24" name="Google Shape;24;p15"/>
          <p:cNvGrpSpPr/>
          <p:nvPr/>
        </p:nvGrpSpPr>
        <p:grpSpPr>
          <a:xfrm rot="10800000">
            <a:off x="9263702" y="5253677"/>
            <a:ext cx="2869771" cy="1563379"/>
            <a:chOff x="44879" y="27296"/>
            <a:chExt cx="2869771" cy="1563379"/>
          </a:xfrm>
        </p:grpSpPr>
        <p:cxnSp>
          <p:nvCxnSpPr>
            <p:cNvPr id="25" name="Google Shape;25;p15"/>
            <p:cNvCxnSpPr/>
            <p:nvPr/>
          </p:nvCxnSpPr>
          <p:spPr>
            <a:xfrm rot="10800000">
              <a:off x="766351" y="34631"/>
              <a:ext cx="2148299" cy="0"/>
            </a:xfrm>
            <a:prstGeom prst="straightConnector1">
              <a:avLst/>
            </a:prstGeom>
            <a:noFill/>
            <a:ln w="38100" cap="rnd" cmpd="sng">
              <a:solidFill>
                <a:srgbClr val="00C6FF"/>
              </a:solidFill>
              <a:prstDash val="solid"/>
              <a:round/>
              <a:headEnd type="none" w="sm" len="sm"/>
              <a:tailEnd type="none" w="sm" len="sm"/>
            </a:ln>
          </p:spPr>
        </p:cxnSp>
        <p:cxnSp>
          <p:nvCxnSpPr>
            <p:cNvPr id="26" name="Google Shape;26;p15"/>
            <p:cNvCxnSpPr/>
            <p:nvPr/>
          </p:nvCxnSpPr>
          <p:spPr>
            <a:xfrm flipH="1">
              <a:off x="44879" y="27296"/>
              <a:ext cx="737495" cy="644210"/>
            </a:xfrm>
            <a:prstGeom prst="straightConnector1">
              <a:avLst/>
            </a:prstGeom>
            <a:noFill/>
            <a:ln w="38100" cap="rnd" cmpd="sng">
              <a:solidFill>
                <a:srgbClr val="00C6FF"/>
              </a:solidFill>
              <a:prstDash val="solid"/>
              <a:round/>
              <a:headEnd type="none" w="sm" len="sm"/>
              <a:tailEnd type="none" w="sm" len="sm"/>
            </a:ln>
          </p:spPr>
        </p:cxnSp>
        <p:cxnSp>
          <p:nvCxnSpPr>
            <p:cNvPr id="27" name="Google Shape;27;p15"/>
            <p:cNvCxnSpPr/>
            <p:nvPr/>
          </p:nvCxnSpPr>
          <p:spPr>
            <a:xfrm rot="10800000">
              <a:off x="52214" y="654128"/>
              <a:ext cx="0" cy="936547"/>
            </a:xfrm>
            <a:prstGeom prst="straightConnector1">
              <a:avLst/>
            </a:prstGeom>
            <a:noFill/>
            <a:ln w="38100" cap="rnd" cmpd="sng">
              <a:solidFill>
                <a:srgbClr val="00C6FF"/>
              </a:solidFill>
              <a:prstDash val="solid"/>
              <a:round/>
              <a:headEnd type="none" w="sm" len="sm"/>
              <a:tailEnd type="none" w="sm" len="sm"/>
            </a:ln>
          </p:spPr>
        </p:cxnSp>
      </p:grpSp>
      <p:sp>
        <p:nvSpPr>
          <p:cNvPr id="28" name="Google Shape;28;p15"/>
          <p:cNvSpPr/>
          <p:nvPr/>
        </p:nvSpPr>
        <p:spPr>
          <a:xfrm flipH="1">
            <a:off x="5441009" y="0"/>
            <a:ext cx="6750991" cy="304800"/>
          </a:xfrm>
          <a:custGeom>
            <a:avLst/>
            <a:gdLst/>
            <a:ahLst/>
            <a:cxnLst/>
            <a:rect l="l" t="t" r="r" b="b"/>
            <a:pathLst>
              <a:path w="6750991" h="304800" extrusionOk="0">
                <a:moveTo>
                  <a:pt x="0" y="0"/>
                </a:moveTo>
                <a:lnTo>
                  <a:pt x="6750991" y="0"/>
                </a:lnTo>
                <a:lnTo>
                  <a:pt x="6574501" y="152400"/>
                </a:lnTo>
                <a:lnTo>
                  <a:pt x="2459211" y="152400"/>
                </a:lnTo>
                <a:lnTo>
                  <a:pt x="2282721" y="304800"/>
                </a:lnTo>
                <a:lnTo>
                  <a:pt x="0" y="304800"/>
                </a:lnTo>
                <a:close/>
              </a:path>
            </a:pathLst>
          </a:custGeom>
          <a:gradFill>
            <a:gsLst>
              <a:gs pos="0">
                <a:srgbClr val="0072FF">
                  <a:alpha val="80000"/>
                </a:srgbClr>
              </a:gs>
              <a:gs pos="100000">
                <a:srgbClr val="00C6FF">
                  <a:alpha val="85098"/>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9" name="Google Shape;29;p15"/>
          <p:cNvSpPr/>
          <p:nvPr/>
        </p:nvSpPr>
        <p:spPr>
          <a:xfrm rot="10800000" flipH="1">
            <a:off x="0" y="6553200"/>
            <a:ext cx="6750991" cy="304800"/>
          </a:xfrm>
          <a:custGeom>
            <a:avLst/>
            <a:gdLst/>
            <a:ahLst/>
            <a:cxnLst/>
            <a:rect l="l" t="t" r="r" b="b"/>
            <a:pathLst>
              <a:path w="6750991" h="304800" extrusionOk="0">
                <a:moveTo>
                  <a:pt x="0" y="0"/>
                </a:moveTo>
                <a:lnTo>
                  <a:pt x="6750991" y="0"/>
                </a:lnTo>
                <a:lnTo>
                  <a:pt x="6574501" y="152400"/>
                </a:lnTo>
                <a:lnTo>
                  <a:pt x="2459211" y="152400"/>
                </a:lnTo>
                <a:lnTo>
                  <a:pt x="2282721" y="304800"/>
                </a:lnTo>
                <a:lnTo>
                  <a:pt x="0" y="304800"/>
                </a:lnTo>
                <a:close/>
              </a:path>
            </a:pathLst>
          </a:custGeom>
          <a:gradFill>
            <a:gsLst>
              <a:gs pos="0">
                <a:srgbClr val="0072FF">
                  <a:alpha val="80000"/>
                </a:srgbClr>
              </a:gs>
              <a:gs pos="100000">
                <a:srgbClr val="00C6FF">
                  <a:alpha val="85098"/>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30" name="Google Shape;30;p15" descr="A picture containing clipart, vector graphics&#10;&#10;Description automatically generated"/>
          <p:cNvPicPr preferRelativeResize="0"/>
          <p:nvPr/>
        </p:nvPicPr>
        <p:blipFill rotWithShape="1">
          <a:blip r:embed="rId3">
            <a:alphaModFix/>
          </a:blip>
          <a:srcRect/>
          <a:stretch/>
        </p:blipFill>
        <p:spPr>
          <a:xfrm>
            <a:off x="412638" y="362637"/>
            <a:ext cx="544288" cy="450213"/>
          </a:xfrm>
          <a:prstGeom prst="rect">
            <a:avLst/>
          </a:prstGeom>
          <a:noFill/>
          <a:ln>
            <a:noFill/>
          </a:ln>
        </p:spPr>
      </p:pic>
      <p:sp>
        <p:nvSpPr>
          <p:cNvPr id="31" name="Google Shape;31;p15"/>
          <p:cNvSpPr txBox="1"/>
          <p:nvPr/>
        </p:nvSpPr>
        <p:spPr>
          <a:xfrm>
            <a:off x="956926" y="326133"/>
            <a:ext cx="3996607" cy="52322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vi-VN" sz="1400" b="0" i="0" u="none" strike="noStrike" cap="none">
                <a:solidFill>
                  <a:srgbClr val="000046"/>
                </a:solidFill>
                <a:latin typeface="Arial"/>
                <a:ea typeface="Arial"/>
                <a:cs typeface="Arial"/>
                <a:sym typeface="Arial"/>
              </a:rPr>
              <a:t>ĐẠI HỌC QUỐC GIA TP. HỒ CHÍ MINH</a:t>
            </a:r>
            <a:endParaRPr/>
          </a:p>
          <a:p>
            <a:pPr marL="0" marR="0" lvl="0" indent="0" algn="l" rtl="0">
              <a:spcBef>
                <a:spcPts val="0"/>
              </a:spcBef>
              <a:spcAft>
                <a:spcPts val="0"/>
              </a:spcAft>
              <a:buNone/>
            </a:pPr>
            <a:r>
              <a:rPr lang="vi-VN" sz="1400" b="1">
                <a:solidFill>
                  <a:srgbClr val="000046"/>
                </a:solidFill>
                <a:latin typeface="Arial"/>
                <a:ea typeface="Arial"/>
                <a:cs typeface="Arial"/>
                <a:sym typeface="Arial"/>
              </a:rPr>
              <a:t>TRƯỜNG ĐẠI HỌC CÔNG NGHỆ THÔNG TIN</a:t>
            </a:r>
            <a:endParaRPr/>
          </a:p>
        </p:txBody>
      </p:sp>
      <p:sp>
        <p:nvSpPr>
          <p:cNvPr id="32" name="Google Shape;32;p15"/>
          <p:cNvSpPr/>
          <p:nvPr/>
        </p:nvSpPr>
        <p:spPr>
          <a:xfrm>
            <a:off x="105836" y="6604291"/>
            <a:ext cx="233916" cy="23391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Arial"/>
              <a:ea typeface="Arial"/>
              <a:cs typeface="Arial"/>
              <a:sym typeface="Arial"/>
            </a:endParaRPr>
          </a:p>
        </p:txBody>
      </p:sp>
      <p:sp>
        <p:nvSpPr>
          <p:cNvPr id="33" name="Google Shape;33;p15"/>
          <p:cNvSpPr txBox="1">
            <a:spLocks noGrp="1"/>
          </p:cNvSpPr>
          <p:nvPr>
            <p:ph type="sldNum" idx="12"/>
          </p:nvPr>
        </p:nvSpPr>
        <p:spPr>
          <a:xfrm>
            <a:off x="75604" y="6587552"/>
            <a:ext cx="291600" cy="291600"/>
          </a:xfrm>
          <a:prstGeom prst="rect">
            <a:avLst/>
          </a:prstGeom>
          <a:noFill/>
          <a:ln>
            <a:noFill/>
          </a:ln>
        </p:spPr>
        <p:txBody>
          <a:bodyPr spcFirstLastPara="1" wrap="square" lIns="91425" tIns="45700" rIns="91425" bIns="45700" anchor="ctr" anchorCtr="0">
            <a:noAutofit/>
          </a:bodyPr>
          <a:lstStyle>
            <a:lvl1pPr marL="0" marR="0" lvl="0" indent="0" algn="ctr">
              <a:spcBef>
                <a:spcPts val="0"/>
              </a:spcBef>
              <a:buNone/>
              <a:defRPr sz="700" b="0" i="0" u="none" strike="noStrike" cap="none">
                <a:solidFill>
                  <a:schemeClr val="dk1"/>
                </a:solidFill>
                <a:latin typeface="Arial"/>
                <a:ea typeface="Arial"/>
                <a:cs typeface="Arial"/>
                <a:sym typeface="Arial"/>
              </a:defRPr>
            </a:lvl1pPr>
            <a:lvl2pPr marL="0" marR="0" lvl="1" indent="0" algn="ctr">
              <a:spcBef>
                <a:spcPts val="0"/>
              </a:spcBef>
              <a:buNone/>
              <a:defRPr sz="700" b="0" i="0" u="none" strike="noStrike" cap="none">
                <a:solidFill>
                  <a:schemeClr val="dk1"/>
                </a:solidFill>
                <a:latin typeface="Arial"/>
                <a:ea typeface="Arial"/>
                <a:cs typeface="Arial"/>
                <a:sym typeface="Arial"/>
              </a:defRPr>
            </a:lvl2pPr>
            <a:lvl3pPr marL="0" marR="0" lvl="2" indent="0" algn="ctr">
              <a:spcBef>
                <a:spcPts val="0"/>
              </a:spcBef>
              <a:buNone/>
              <a:defRPr sz="700" b="0" i="0" u="none" strike="noStrike" cap="none">
                <a:solidFill>
                  <a:schemeClr val="dk1"/>
                </a:solidFill>
                <a:latin typeface="Arial"/>
                <a:ea typeface="Arial"/>
                <a:cs typeface="Arial"/>
                <a:sym typeface="Arial"/>
              </a:defRPr>
            </a:lvl3pPr>
            <a:lvl4pPr marL="0" marR="0" lvl="3" indent="0" algn="ctr">
              <a:spcBef>
                <a:spcPts val="0"/>
              </a:spcBef>
              <a:buNone/>
              <a:defRPr sz="700" b="0" i="0" u="none" strike="noStrike" cap="none">
                <a:solidFill>
                  <a:schemeClr val="dk1"/>
                </a:solidFill>
                <a:latin typeface="Arial"/>
                <a:ea typeface="Arial"/>
                <a:cs typeface="Arial"/>
                <a:sym typeface="Arial"/>
              </a:defRPr>
            </a:lvl4pPr>
            <a:lvl5pPr marL="0" marR="0" lvl="4" indent="0" algn="ctr">
              <a:spcBef>
                <a:spcPts val="0"/>
              </a:spcBef>
              <a:buNone/>
              <a:defRPr sz="700" b="0" i="0" u="none" strike="noStrike" cap="none">
                <a:solidFill>
                  <a:schemeClr val="dk1"/>
                </a:solidFill>
                <a:latin typeface="Arial"/>
                <a:ea typeface="Arial"/>
                <a:cs typeface="Arial"/>
                <a:sym typeface="Arial"/>
              </a:defRPr>
            </a:lvl5pPr>
            <a:lvl6pPr marL="0" marR="0" lvl="5" indent="0" algn="ctr">
              <a:spcBef>
                <a:spcPts val="0"/>
              </a:spcBef>
              <a:buNone/>
              <a:defRPr sz="700" b="0" i="0" u="none" strike="noStrike" cap="none">
                <a:solidFill>
                  <a:schemeClr val="dk1"/>
                </a:solidFill>
                <a:latin typeface="Arial"/>
                <a:ea typeface="Arial"/>
                <a:cs typeface="Arial"/>
                <a:sym typeface="Arial"/>
              </a:defRPr>
            </a:lvl6pPr>
            <a:lvl7pPr marL="0" marR="0" lvl="6" indent="0" algn="ctr">
              <a:spcBef>
                <a:spcPts val="0"/>
              </a:spcBef>
              <a:buNone/>
              <a:defRPr sz="700" b="0" i="0" u="none" strike="noStrike" cap="none">
                <a:solidFill>
                  <a:schemeClr val="dk1"/>
                </a:solidFill>
                <a:latin typeface="Arial"/>
                <a:ea typeface="Arial"/>
                <a:cs typeface="Arial"/>
                <a:sym typeface="Arial"/>
              </a:defRPr>
            </a:lvl7pPr>
            <a:lvl8pPr marL="0" marR="0" lvl="7" indent="0" algn="ctr">
              <a:spcBef>
                <a:spcPts val="0"/>
              </a:spcBef>
              <a:buNone/>
              <a:defRPr sz="700" b="0" i="0" u="none" strike="noStrike" cap="none">
                <a:solidFill>
                  <a:schemeClr val="dk1"/>
                </a:solidFill>
                <a:latin typeface="Arial"/>
                <a:ea typeface="Arial"/>
                <a:cs typeface="Arial"/>
                <a:sym typeface="Arial"/>
              </a:defRPr>
            </a:lvl8pPr>
            <a:lvl9pPr marL="0" marR="0" lvl="8" indent="0" algn="ctr">
              <a:spcBef>
                <a:spcPts val="0"/>
              </a:spcBef>
              <a:buNone/>
              <a:defRPr sz="700" b="0" i="0" u="none" strike="noStrike" cap="none">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vi-VN"/>
              <a:t>‹#›</a:t>
            </a:fld>
            <a:endParaRPr/>
          </a:p>
        </p:txBody>
      </p:sp>
      <p:sp>
        <p:nvSpPr>
          <p:cNvPr id="34" name="Google Shape;34;p15"/>
          <p:cNvSpPr txBox="1">
            <a:spLocks noGrp="1"/>
          </p:cNvSpPr>
          <p:nvPr>
            <p:ph type="body" idx="1"/>
          </p:nvPr>
        </p:nvSpPr>
        <p:spPr>
          <a:xfrm>
            <a:off x="1850807" y="2208158"/>
            <a:ext cx="8490387" cy="696165"/>
          </a:xfrm>
          <a:prstGeom prst="rect">
            <a:avLst/>
          </a:prstGeom>
          <a:noFill/>
          <a:ln>
            <a:noFill/>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Clr>
                <a:srgbClr val="000046"/>
              </a:buClr>
              <a:buSzPts val="4400"/>
              <a:buNone/>
              <a:defRPr sz="4400" b="1">
                <a:solidFill>
                  <a:srgbClr val="000046"/>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15"/>
          <p:cNvSpPr txBox="1">
            <a:spLocks noGrp="1"/>
          </p:cNvSpPr>
          <p:nvPr>
            <p:ph type="body" idx="2"/>
          </p:nvPr>
        </p:nvSpPr>
        <p:spPr>
          <a:xfrm>
            <a:off x="876991" y="3039455"/>
            <a:ext cx="10438019" cy="459447"/>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rgbClr val="000046"/>
              </a:buClr>
              <a:buSzPts val="2800"/>
              <a:buNone/>
              <a:defRPr sz="2800" b="1">
                <a:solidFill>
                  <a:srgbClr val="000046"/>
                </a:solidFill>
                <a:latin typeface="Times New Roman"/>
                <a:ea typeface="Times New Roman"/>
                <a:cs typeface="Times New Roman"/>
                <a:sym typeface="Times New Roma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5"/>
          <p:cNvSpPr txBox="1">
            <a:spLocks noGrp="1"/>
          </p:cNvSpPr>
          <p:nvPr>
            <p:ph type="body" idx="3"/>
          </p:nvPr>
        </p:nvSpPr>
        <p:spPr>
          <a:xfrm>
            <a:off x="4680970" y="4963048"/>
            <a:ext cx="2830058" cy="345005"/>
          </a:xfrm>
          <a:prstGeom prst="rect">
            <a:avLst/>
          </a:prstGeom>
          <a:gradFill>
            <a:gsLst>
              <a:gs pos="0">
                <a:srgbClr val="0072FF"/>
              </a:gs>
              <a:gs pos="100000">
                <a:srgbClr val="00C6FF"/>
              </a:gs>
            </a:gsLst>
            <a:lin ang="2700000" scaled="0"/>
          </a:gradFill>
          <a:ln>
            <a:noFill/>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Clr>
                <a:schemeClr val="lt1"/>
              </a:buClr>
              <a:buSzPts val="1400"/>
              <a:buNone/>
              <a:defRPr sz="1400" b="1" i="0">
                <a:solidFill>
                  <a:schemeClr val="lt1"/>
                </a:solidFill>
                <a:latin typeface="Times New Roman"/>
                <a:ea typeface="Times New Roman"/>
                <a:cs typeface="Times New Roman"/>
                <a:sym typeface="Times New Roma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15"/>
          <p:cNvSpPr txBox="1">
            <a:spLocks noGrp="1"/>
          </p:cNvSpPr>
          <p:nvPr>
            <p:ph type="body" idx="4"/>
          </p:nvPr>
        </p:nvSpPr>
        <p:spPr>
          <a:xfrm>
            <a:off x="1850807" y="3630811"/>
            <a:ext cx="8490387" cy="644210"/>
          </a:xfrm>
          <a:prstGeom prst="rect">
            <a:avLst/>
          </a:prstGeom>
          <a:noFill/>
          <a:ln>
            <a:noFill/>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Clr>
                <a:srgbClr val="A5A5A5"/>
              </a:buClr>
              <a:buSzPts val="1200"/>
              <a:buNone/>
              <a:defRPr sz="1200">
                <a:solidFill>
                  <a:srgbClr val="A5A5A5"/>
                </a:solidFill>
                <a:latin typeface="Times New Roman"/>
                <a:ea typeface="Times New Roman"/>
                <a:cs typeface="Times New Roman"/>
                <a:sym typeface="Times New Roma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15"/>
          <p:cNvSpPr txBox="1">
            <a:spLocks noGrp="1"/>
          </p:cNvSpPr>
          <p:nvPr>
            <p:ph type="dt" idx="10"/>
          </p:nvPr>
        </p:nvSpPr>
        <p:spPr>
          <a:xfrm>
            <a:off x="6767806" y="6476999"/>
            <a:ext cx="2495896" cy="23676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5"/>
          <p:cNvSpPr/>
          <p:nvPr/>
        </p:nvSpPr>
        <p:spPr>
          <a:xfrm rot="10800000">
            <a:off x="-1" y="0"/>
            <a:ext cx="12192000" cy="6858000"/>
          </a:xfrm>
          <a:custGeom>
            <a:avLst/>
            <a:gdLst/>
            <a:ahLst/>
            <a:cxnLst/>
            <a:rect l="l" t="t" r="r" b="b"/>
            <a:pathLst>
              <a:path w="12192000" h="6858000" extrusionOk="0">
                <a:moveTo>
                  <a:pt x="12192000" y="304800"/>
                </a:moveTo>
                <a:lnTo>
                  <a:pt x="9909279" y="304800"/>
                </a:lnTo>
                <a:lnTo>
                  <a:pt x="9732789" y="152400"/>
                </a:lnTo>
                <a:lnTo>
                  <a:pt x="5617499" y="152400"/>
                </a:lnTo>
                <a:lnTo>
                  <a:pt x="5441009" y="0"/>
                </a:lnTo>
                <a:lnTo>
                  <a:pt x="12192000" y="0"/>
                </a:lnTo>
                <a:close/>
                <a:moveTo>
                  <a:pt x="0" y="616911"/>
                </a:moveTo>
                <a:lnTo>
                  <a:pt x="0" y="0"/>
                </a:lnTo>
                <a:lnTo>
                  <a:pt x="715617" y="0"/>
                </a:lnTo>
                <a:close/>
                <a:moveTo>
                  <a:pt x="12191999" y="6858000"/>
                </a:moveTo>
                <a:lnTo>
                  <a:pt x="11476382" y="6858000"/>
                </a:lnTo>
                <a:lnTo>
                  <a:pt x="12191999" y="6241089"/>
                </a:lnTo>
                <a:close/>
                <a:moveTo>
                  <a:pt x="6750991" y="6858000"/>
                </a:moveTo>
                <a:lnTo>
                  <a:pt x="0" y="6858000"/>
                </a:lnTo>
                <a:lnTo>
                  <a:pt x="0" y="6553200"/>
                </a:lnTo>
                <a:lnTo>
                  <a:pt x="2282721" y="6553200"/>
                </a:lnTo>
                <a:lnTo>
                  <a:pt x="2459211" y="6705600"/>
                </a:lnTo>
                <a:lnTo>
                  <a:pt x="6574500" y="6705600"/>
                </a:lnTo>
                <a:close/>
              </a:path>
            </a:pathLst>
          </a:custGeom>
          <a:blipFill rotWithShape="1">
            <a:blip r:embed="rId2">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 name="Google Shape;40;p15"/>
          <p:cNvSpPr/>
          <p:nvPr/>
        </p:nvSpPr>
        <p:spPr>
          <a:xfrm rot="10800000">
            <a:off x="0" y="0"/>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41" name="Google Shape;41;p15"/>
          <p:cNvGrpSpPr/>
          <p:nvPr/>
        </p:nvGrpSpPr>
        <p:grpSpPr>
          <a:xfrm>
            <a:off x="58527" y="40944"/>
            <a:ext cx="2869771" cy="1563379"/>
            <a:chOff x="44879" y="27296"/>
            <a:chExt cx="2869771" cy="1563379"/>
          </a:xfrm>
        </p:grpSpPr>
        <p:cxnSp>
          <p:nvCxnSpPr>
            <p:cNvPr id="42" name="Google Shape;42;p15"/>
            <p:cNvCxnSpPr/>
            <p:nvPr/>
          </p:nvCxnSpPr>
          <p:spPr>
            <a:xfrm rot="10800000">
              <a:off x="766351" y="34631"/>
              <a:ext cx="2148299" cy="0"/>
            </a:xfrm>
            <a:prstGeom prst="straightConnector1">
              <a:avLst/>
            </a:prstGeom>
            <a:noFill/>
            <a:ln w="38100" cap="flat" cmpd="sng">
              <a:solidFill>
                <a:srgbClr val="00C6FF"/>
              </a:solidFill>
              <a:prstDash val="solid"/>
              <a:miter lim="800000"/>
              <a:headEnd type="none" w="sm" len="sm"/>
              <a:tailEnd type="none" w="sm" len="sm"/>
            </a:ln>
          </p:spPr>
        </p:cxnSp>
        <p:cxnSp>
          <p:nvCxnSpPr>
            <p:cNvPr id="43" name="Google Shape;43;p15"/>
            <p:cNvCxnSpPr/>
            <p:nvPr/>
          </p:nvCxnSpPr>
          <p:spPr>
            <a:xfrm flipH="1">
              <a:off x="44879" y="27296"/>
              <a:ext cx="737495" cy="644210"/>
            </a:xfrm>
            <a:prstGeom prst="straightConnector1">
              <a:avLst/>
            </a:prstGeom>
            <a:noFill/>
            <a:ln w="38100" cap="flat" cmpd="sng">
              <a:solidFill>
                <a:srgbClr val="00C6FF"/>
              </a:solidFill>
              <a:prstDash val="solid"/>
              <a:miter lim="800000"/>
              <a:headEnd type="none" w="sm" len="sm"/>
              <a:tailEnd type="none" w="sm" len="sm"/>
            </a:ln>
          </p:spPr>
        </p:cxnSp>
        <p:cxnSp>
          <p:nvCxnSpPr>
            <p:cNvPr id="44" name="Google Shape;44;p15"/>
            <p:cNvCxnSpPr/>
            <p:nvPr/>
          </p:nvCxnSpPr>
          <p:spPr>
            <a:xfrm rot="10800000">
              <a:off x="52214" y="654128"/>
              <a:ext cx="0" cy="936547"/>
            </a:xfrm>
            <a:prstGeom prst="straightConnector1">
              <a:avLst/>
            </a:prstGeom>
            <a:noFill/>
            <a:ln w="38100" cap="flat" cmpd="sng">
              <a:solidFill>
                <a:srgbClr val="00C6FF"/>
              </a:solidFill>
              <a:prstDash val="solid"/>
              <a:miter lim="800000"/>
              <a:headEnd type="none" w="sm" len="sm"/>
              <a:tailEnd type="none" w="sm" len="sm"/>
            </a:ln>
          </p:spPr>
        </p:cxnSp>
      </p:grpSp>
      <p:sp>
        <p:nvSpPr>
          <p:cNvPr id="45" name="Google Shape;45;p15"/>
          <p:cNvSpPr/>
          <p:nvPr/>
        </p:nvSpPr>
        <p:spPr>
          <a:xfrm>
            <a:off x="11476383" y="6241089"/>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46" name="Google Shape;46;p15"/>
          <p:cNvGrpSpPr/>
          <p:nvPr/>
        </p:nvGrpSpPr>
        <p:grpSpPr>
          <a:xfrm rot="10800000">
            <a:off x="9263702" y="5253677"/>
            <a:ext cx="2869771" cy="1563379"/>
            <a:chOff x="44879" y="27296"/>
            <a:chExt cx="2869771" cy="1563379"/>
          </a:xfrm>
        </p:grpSpPr>
        <p:cxnSp>
          <p:nvCxnSpPr>
            <p:cNvPr id="47" name="Google Shape;47;p15"/>
            <p:cNvCxnSpPr/>
            <p:nvPr/>
          </p:nvCxnSpPr>
          <p:spPr>
            <a:xfrm rot="10800000">
              <a:off x="766351" y="34631"/>
              <a:ext cx="2148299" cy="0"/>
            </a:xfrm>
            <a:prstGeom prst="straightConnector1">
              <a:avLst/>
            </a:prstGeom>
            <a:noFill/>
            <a:ln w="38100" cap="rnd" cmpd="sng">
              <a:solidFill>
                <a:srgbClr val="00C6FF"/>
              </a:solidFill>
              <a:prstDash val="solid"/>
              <a:round/>
              <a:headEnd type="none" w="sm" len="sm"/>
              <a:tailEnd type="none" w="sm" len="sm"/>
            </a:ln>
          </p:spPr>
        </p:cxnSp>
        <p:cxnSp>
          <p:nvCxnSpPr>
            <p:cNvPr id="48" name="Google Shape;48;p15"/>
            <p:cNvCxnSpPr/>
            <p:nvPr/>
          </p:nvCxnSpPr>
          <p:spPr>
            <a:xfrm flipH="1">
              <a:off x="44879" y="27296"/>
              <a:ext cx="737495" cy="644210"/>
            </a:xfrm>
            <a:prstGeom prst="straightConnector1">
              <a:avLst/>
            </a:prstGeom>
            <a:noFill/>
            <a:ln w="38100" cap="rnd" cmpd="sng">
              <a:solidFill>
                <a:srgbClr val="00C6FF"/>
              </a:solidFill>
              <a:prstDash val="solid"/>
              <a:round/>
              <a:headEnd type="none" w="sm" len="sm"/>
              <a:tailEnd type="none" w="sm" len="sm"/>
            </a:ln>
          </p:spPr>
        </p:cxnSp>
        <p:cxnSp>
          <p:nvCxnSpPr>
            <p:cNvPr id="49" name="Google Shape;49;p15"/>
            <p:cNvCxnSpPr/>
            <p:nvPr/>
          </p:nvCxnSpPr>
          <p:spPr>
            <a:xfrm rot="10800000">
              <a:off x="52214" y="654128"/>
              <a:ext cx="0" cy="936547"/>
            </a:xfrm>
            <a:prstGeom prst="straightConnector1">
              <a:avLst/>
            </a:prstGeom>
            <a:noFill/>
            <a:ln w="38100" cap="rnd" cmpd="sng">
              <a:solidFill>
                <a:srgbClr val="00C6FF"/>
              </a:solidFill>
              <a:prstDash val="solid"/>
              <a:round/>
              <a:headEnd type="none" w="sm" len="sm"/>
              <a:tailEnd type="none" w="sm" len="sm"/>
            </a:ln>
          </p:spPr>
        </p:cxnSp>
      </p:grpSp>
      <p:sp>
        <p:nvSpPr>
          <p:cNvPr id="50" name="Google Shape;50;p15"/>
          <p:cNvSpPr/>
          <p:nvPr/>
        </p:nvSpPr>
        <p:spPr>
          <a:xfrm flipH="1">
            <a:off x="5441009" y="0"/>
            <a:ext cx="6750991" cy="304800"/>
          </a:xfrm>
          <a:custGeom>
            <a:avLst/>
            <a:gdLst/>
            <a:ahLst/>
            <a:cxnLst/>
            <a:rect l="l" t="t" r="r" b="b"/>
            <a:pathLst>
              <a:path w="6750991" h="304800" extrusionOk="0">
                <a:moveTo>
                  <a:pt x="0" y="0"/>
                </a:moveTo>
                <a:lnTo>
                  <a:pt x="6750991" y="0"/>
                </a:lnTo>
                <a:lnTo>
                  <a:pt x="6574501" y="152400"/>
                </a:lnTo>
                <a:lnTo>
                  <a:pt x="2459211" y="152400"/>
                </a:lnTo>
                <a:lnTo>
                  <a:pt x="2282721" y="304800"/>
                </a:lnTo>
                <a:lnTo>
                  <a:pt x="0" y="304800"/>
                </a:lnTo>
                <a:close/>
              </a:path>
            </a:pathLst>
          </a:custGeom>
          <a:gradFill>
            <a:gsLst>
              <a:gs pos="0">
                <a:srgbClr val="0072FF">
                  <a:alpha val="80000"/>
                </a:srgbClr>
              </a:gs>
              <a:gs pos="100000">
                <a:srgbClr val="00C6FF">
                  <a:alpha val="85098"/>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 name="Google Shape;51;p15"/>
          <p:cNvSpPr/>
          <p:nvPr/>
        </p:nvSpPr>
        <p:spPr>
          <a:xfrm rot="10800000" flipH="1">
            <a:off x="0" y="6553200"/>
            <a:ext cx="6750991" cy="304800"/>
          </a:xfrm>
          <a:custGeom>
            <a:avLst/>
            <a:gdLst/>
            <a:ahLst/>
            <a:cxnLst/>
            <a:rect l="l" t="t" r="r" b="b"/>
            <a:pathLst>
              <a:path w="6750991" h="304800" extrusionOk="0">
                <a:moveTo>
                  <a:pt x="0" y="0"/>
                </a:moveTo>
                <a:lnTo>
                  <a:pt x="6750991" y="0"/>
                </a:lnTo>
                <a:lnTo>
                  <a:pt x="6574501" y="152400"/>
                </a:lnTo>
                <a:lnTo>
                  <a:pt x="2459211" y="152400"/>
                </a:lnTo>
                <a:lnTo>
                  <a:pt x="2282721" y="304800"/>
                </a:lnTo>
                <a:lnTo>
                  <a:pt x="0" y="304800"/>
                </a:lnTo>
                <a:close/>
              </a:path>
            </a:pathLst>
          </a:custGeom>
          <a:gradFill>
            <a:gsLst>
              <a:gs pos="0">
                <a:srgbClr val="0072FF">
                  <a:alpha val="80000"/>
                </a:srgbClr>
              </a:gs>
              <a:gs pos="100000">
                <a:srgbClr val="00C6FF">
                  <a:alpha val="85098"/>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52" name="Google Shape;52;p15" descr="A picture containing clipart, vector graphics&#10;&#10;Description automatically generated"/>
          <p:cNvPicPr preferRelativeResize="0"/>
          <p:nvPr/>
        </p:nvPicPr>
        <p:blipFill rotWithShape="1">
          <a:blip r:embed="rId3">
            <a:alphaModFix/>
          </a:blip>
          <a:srcRect/>
          <a:stretch/>
        </p:blipFill>
        <p:spPr>
          <a:xfrm>
            <a:off x="412638" y="362637"/>
            <a:ext cx="544288" cy="450213"/>
          </a:xfrm>
          <a:prstGeom prst="rect">
            <a:avLst/>
          </a:prstGeom>
          <a:noFill/>
          <a:ln>
            <a:noFill/>
          </a:ln>
        </p:spPr>
      </p:pic>
      <p:sp>
        <p:nvSpPr>
          <p:cNvPr id="53" name="Google Shape;53;p15"/>
          <p:cNvSpPr txBox="1"/>
          <p:nvPr/>
        </p:nvSpPr>
        <p:spPr>
          <a:xfrm>
            <a:off x="956926" y="326133"/>
            <a:ext cx="3996607" cy="52322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vi-VN" sz="1400">
                <a:solidFill>
                  <a:srgbClr val="000046"/>
                </a:solidFill>
                <a:latin typeface="Arial"/>
                <a:ea typeface="Arial"/>
                <a:cs typeface="Arial"/>
                <a:sym typeface="Arial"/>
              </a:rPr>
              <a:t>ĐẠI HỌC QUỐC GIA TP. HỒ CHÍ MINH</a:t>
            </a:r>
            <a:endParaRPr/>
          </a:p>
          <a:p>
            <a:pPr marL="0" marR="0" lvl="0" indent="0" algn="l" rtl="0">
              <a:spcBef>
                <a:spcPts val="0"/>
              </a:spcBef>
              <a:spcAft>
                <a:spcPts val="0"/>
              </a:spcAft>
              <a:buNone/>
            </a:pPr>
            <a:r>
              <a:rPr lang="vi-VN" sz="1400" b="1">
                <a:solidFill>
                  <a:srgbClr val="000046"/>
                </a:solidFill>
                <a:latin typeface="Arial"/>
                <a:ea typeface="Arial"/>
                <a:cs typeface="Arial"/>
                <a:sym typeface="Arial"/>
              </a:rPr>
              <a:t>TRƯỜNG ĐẠI HỌC CÔNG NGHỆ THÔNG TIN</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Mục lục">
  <p:cSld name="2_Mục lục">
    <p:spTree>
      <p:nvGrpSpPr>
        <p:cNvPr id="1" name="Shape 54"/>
        <p:cNvGrpSpPr/>
        <p:nvPr/>
      </p:nvGrpSpPr>
      <p:grpSpPr>
        <a:xfrm>
          <a:off x="0" y="0"/>
          <a:ext cx="0" cy="0"/>
          <a:chOff x="0" y="0"/>
          <a:chExt cx="0" cy="0"/>
        </a:xfrm>
      </p:grpSpPr>
      <p:sp>
        <p:nvSpPr>
          <p:cNvPr id="55" name="Google Shape;55;p16"/>
          <p:cNvSpPr/>
          <p:nvPr/>
        </p:nvSpPr>
        <p:spPr>
          <a:xfrm>
            <a:off x="11476383" y="6241089"/>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56" name="Google Shape;56;p16"/>
          <p:cNvGrpSpPr/>
          <p:nvPr/>
        </p:nvGrpSpPr>
        <p:grpSpPr>
          <a:xfrm rot="10800000">
            <a:off x="9263702" y="5930537"/>
            <a:ext cx="2869771" cy="886519"/>
            <a:chOff x="44879" y="27296"/>
            <a:chExt cx="2869771" cy="886519"/>
          </a:xfrm>
        </p:grpSpPr>
        <p:cxnSp>
          <p:nvCxnSpPr>
            <p:cNvPr id="57" name="Google Shape;57;p16"/>
            <p:cNvCxnSpPr/>
            <p:nvPr/>
          </p:nvCxnSpPr>
          <p:spPr>
            <a:xfrm rot="10800000">
              <a:off x="766351" y="34631"/>
              <a:ext cx="2148299" cy="0"/>
            </a:xfrm>
            <a:prstGeom prst="straightConnector1">
              <a:avLst/>
            </a:prstGeom>
            <a:noFill/>
            <a:ln w="38100" cap="rnd" cmpd="sng">
              <a:solidFill>
                <a:srgbClr val="00C6FF"/>
              </a:solidFill>
              <a:prstDash val="solid"/>
              <a:round/>
              <a:headEnd type="none" w="sm" len="sm"/>
              <a:tailEnd type="none" w="sm" len="sm"/>
            </a:ln>
          </p:spPr>
        </p:cxnSp>
        <p:cxnSp>
          <p:nvCxnSpPr>
            <p:cNvPr id="58" name="Google Shape;58;p16"/>
            <p:cNvCxnSpPr/>
            <p:nvPr/>
          </p:nvCxnSpPr>
          <p:spPr>
            <a:xfrm flipH="1">
              <a:off x="44879" y="27296"/>
              <a:ext cx="737495" cy="644210"/>
            </a:xfrm>
            <a:prstGeom prst="straightConnector1">
              <a:avLst/>
            </a:prstGeom>
            <a:noFill/>
            <a:ln w="38100" cap="rnd" cmpd="sng">
              <a:solidFill>
                <a:srgbClr val="00C6FF"/>
              </a:solidFill>
              <a:prstDash val="solid"/>
              <a:round/>
              <a:headEnd type="none" w="sm" len="sm"/>
              <a:tailEnd type="none" w="sm" len="sm"/>
            </a:ln>
          </p:spPr>
        </p:cxnSp>
        <p:cxnSp>
          <p:nvCxnSpPr>
            <p:cNvPr id="59" name="Google Shape;59;p16"/>
            <p:cNvCxnSpPr/>
            <p:nvPr/>
          </p:nvCxnSpPr>
          <p:spPr>
            <a:xfrm rot="10800000">
              <a:off x="52214" y="654128"/>
              <a:ext cx="0" cy="259687"/>
            </a:xfrm>
            <a:prstGeom prst="straightConnector1">
              <a:avLst/>
            </a:prstGeom>
            <a:noFill/>
            <a:ln w="38100" cap="rnd" cmpd="sng">
              <a:solidFill>
                <a:srgbClr val="00C6FF"/>
              </a:solidFill>
              <a:prstDash val="solid"/>
              <a:round/>
              <a:headEnd type="none" w="sm" len="sm"/>
              <a:tailEnd type="none" w="sm" len="sm"/>
            </a:ln>
          </p:spPr>
        </p:cxnSp>
      </p:grpSp>
      <p:sp>
        <p:nvSpPr>
          <p:cNvPr id="60" name="Google Shape;60;p16"/>
          <p:cNvSpPr txBox="1">
            <a:spLocks noGrp="1"/>
          </p:cNvSpPr>
          <p:nvPr>
            <p:ph type="ftr" idx="11"/>
          </p:nvPr>
        </p:nvSpPr>
        <p:spPr>
          <a:xfrm>
            <a:off x="3465443" y="6466114"/>
            <a:ext cx="5261114" cy="25536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grpSp>
        <p:nvGrpSpPr>
          <p:cNvPr id="61" name="Google Shape;61;p16"/>
          <p:cNvGrpSpPr/>
          <p:nvPr/>
        </p:nvGrpSpPr>
        <p:grpSpPr>
          <a:xfrm>
            <a:off x="-1259888" y="1121391"/>
            <a:ext cx="4841288" cy="5054000"/>
            <a:chOff x="-1259888" y="901609"/>
            <a:chExt cx="4841288" cy="5054000"/>
          </a:xfrm>
        </p:grpSpPr>
        <p:grpSp>
          <p:nvGrpSpPr>
            <p:cNvPr id="62" name="Google Shape;62;p16"/>
            <p:cNvGrpSpPr/>
            <p:nvPr/>
          </p:nvGrpSpPr>
          <p:grpSpPr>
            <a:xfrm>
              <a:off x="-1225468" y="901609"/>
              <a:ext cx="4806868" cy="664514"/>
              <a:chOff x="0" y="901609"/>
              <a:chExt cx="4806868" cy="664514"/>
            </a:xfrm>
          </p:grpSpPr>
          <p:cxnSp>
            <p:nvCxnSpPr>
              <p:cNvPr id="63" name="Google Shape;63;p16"/>
              <p:cNvCxnSpPr/>
              <p:nvPr/>
            </p:nvCxnSpPr>
            <p:spPr>
              <a:xfrm>
                <a:off x="0" y="1566123"/>
                <a:ext cx="2533933" cy="0"/>
              </a:xfrm>
              <a:prstGeom prst="straightConnector1">
                <a:avLst/>
              </a:prstGeom>
              <a:noFill/>
              <a:ln w="38100" cap="rnd" cmpd="sng">
                <a:solidFill>
                  <a:srgbClr val="0072FF"/>
                </a:solidFill>
                <a:prstDash val="solid"/>
                <a:round/>
                <a:headEnd type="none" w="sm" len="sm"/>
                <a:tailEnd type="none" w="sm" len="sm"/>
              </a:ln>
            </p:spPr>
          </p:cxnSp>
          <p:cxnSp>
            <p:nvCxnSpPr>
              <p:cNvPr id="64" name="Google Shape;64;p16"/>
              <p:cNvCxnSpPr/>
              <p:nvPr/>
            </p:nvCxnSpPr>
            <p:spPr>
              <a:xfrm rot="10800000" flipH="1">
                <a:off x="2520285" y="1059987"/>
                <a:ext cx="591405" cy="506136"/>
              </a:xfrm>
              <a:prstGeom prst="straightConnector1">
                <a:avLst/>
              </a:prstGeom>
              <a:noFill/>
              <a:ln w="38100" cap="rnd" cmpd="sng">
                <a:solidFill>
                  <a:srgbClr val="0072FF"/>
                </a:solidFill>
                <a:prstDash val="solid"/>
                <a:round/>
                <a:headEnd type="none" w="sm" len="sm"/>
                <a:tailEnd type="none" w="sm" len="sm"/>
              </a:ln>
            </p:spPr>
          </p:cxnSp>
          <p:cxnSp>
            <p:nvCxnSpPr>
              <p:cNvPr id="65" name="Google Shape;65;p16"/>
              <p:cNvCxnSpPr/>
              <p:nvPr/>
            </p:nvCxnSpPr>
            <p:spPr>
              <a:xfrm>
                <a:off x="3111690" y="1059987"/>
                <a:ext cx="1378423" cy="0"/>
              </a:xfrm>
              <a:prstGeom prst="straightConnector1">
                <a:avLst/>
              </a:prstGeom>
              <a:noFill/>
              <a:ln w="38100" cap="rnd" cmpd="sng">
                <a:solidFill>
                  <a:srgbClr val="0072FF"/>
                </a:solidFill>
                <a:prstDash val="solid"/>
                <a:round/>
                <a:headEnd type="none" w="sm" len="sm"/>
                <a:tailEnd type="none" w="sm" len="sm"/>
              </a:ln>
            </p:spPr>
          </p:cxnSp>
          <p:sp>
            <p:nvSpPr>
              <p:cNvPr id="66" name="Google Shape;66;p16"/>
              <p:cNvSpPr/>
              <p:nvPr/>
            </p:nvSpPr>
            <p:spPr>
              <a:xfrm>
                <a:off x="4490113" y="901609"/>
                <a:ext cx="316755" cy="316755"/>
              </a:xfrm>
              <a:prstGeom prst="ellipse">
                <a:avLst/>
              </a:prstGeom>
              <a:gradFill>
                <a:gsLst>
                  <a:gs pos="0">
                    <a:srgbClr val="0072FF"/>
                  </a:gs>
                  <a:gs pos="100000">
                    <a:srgbClr val="00C6FF"/>
                  </a:gs>
                </a:gsLst>
                <a:lin ang="2700000" scaled="0"/>
              </a:gradFill>
              <a:ln w="9525" cap="rnd" cmpd="sng">
                <a:solidFill>
                  <a:srgbClr val="0072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67" name="Google Shape;67;p16"/>
            <p:cNvGrpSpPr/>
            <p:nvPr/>
          </p:nvGrpSpPr>
          <p:grpSpPr>
            <a:xfrm rot="10800000" flipH="1">
              <a:off x="-1225468" y="5291095"/>
              <a:ext cx="4806868" cy="664514"/>
              <a:chOff x="0" y="1232525"/>
              <a:chExt cx="4806868" cy="664514"/>
            </a:xfrm>
          </p:grpSpPr>
          <p:cxnSp>
            <p:nvCxnSpPr>
              <p:cNvPr id="68" name="Google Shape;68;p16"/>
              <p:cNvCxnSpPr/>
              <p:nvPr/>
            </p:nvCxnSpPr>
            <p:spPr>
              <a:xfrm>
                <a:off x="0" y="1897039"/>
                <a:ext cx="2533933" cy="0"/>
              </a:xfrm>
              <a:prstGeom prst="straightConnector1">
                <a:avLst/>
              </a:prstGeom>
              <a:noFill/>
              <a:ln w="38100" cap="rnd" cmpd="sng">
                <a:solidFill>
                  <a:srgbClr val="0072FF"/>
                </a:solidFill>
                <a:prstDash val="solid"/>
                <a:round/>
                <a:headEnd type="none" w="sm" len="sm"/>
                <a:tailEnd type="none" w="sm" len="sm"/>
              </a:ln>
            </p:spPr>
          </p:cxnSp>
          <p:cxnSp>
            <p:nvCxnSpPr>
              <p:cNvPr id="69" name="Google Shape;69;p16"/>
              <p:cNvCxnSpPr/>
              <p:nvPr/>
            </p:nvCxnSpPr>
            <p:spPr>
              <a:xfrm rot="10800000" flipH="1">
                <a:off x="2520285" y="1390903"/>
                <a:ext cx="591405" cy="506136"/>
              </a:xfrm>
              <a:prstGeom prst="straightConnector1">
                <a:avLst/>
              </a:prstGeom>
              <a:noFill/>
              <a:ln w="38100" cap="rnd" cmpd="sng">
                <a:solidFill>
                  <a:srgbClr val="0072FF"/>
                </a:solidFill>
                <a:prstDash val="solid"/>
                <a:round/>
                <a:headEnd type="none" w="sm" len="sm"/>
                <a:tailEnd type="none" w="sm" len="sm"/>
              </a:ln>
            </p:spPr>
          </p:cxnSp>
          <p:cxnSp>
            <p:nvCxnSpPr>
              <p:cNvPr id="70" name="Google Shape;70;p16"/>
              <p:cNvCxnSpPr/>
              <p:nvPr/>
            </p:nvCxnSpPr>
            <p:spPr>
              <a:xfrm>
                <a:off x="3111690" y="1390903"/>
                <a:ext cx="1378423" cy="0"/>
              </a:xfrm>
              <a:prstGeom prst="straightConnector1">
                <a:avLst/>
              </a:prstGeom>
              <a:noFill/>
              <a:ln w="38100" cap="rnd" cmpd="sng">
                <a:solidFill>
                  <a:srgbClr val="0072FF"/>
                </a:solidFill>
                <a:prstDash val="solid"/>
                <a:round/>
                <a:headEnd type="none" w="sm" len="sm"/>
                <a:tailEnd type="none" w="sm" len="sm"/>
              </a:ln>
            </p:spPr>
          </p:cxnSp>
          <p:sp>
            <p:nvSpPr>
              <p:cNvPr id="71" name="Google Shape;71;p16"/>
              <p:cNvSpPr/>
              <p:nvPr/>
            </p:nvSpPr>
            <p:spPr>
              <a:xfrm>
                <a:off x="4490113" y="1232525"/>
                <a:ext cx="316755" cy="316755"/>
              </a:xfrm>
              <a:prstGeom prst="ellipse">
                <a:avLst/>
              </a:prstGeom>
              <a:gradFill>
                <a:gsLst>
                  <a:gs pos="0">
                    <a:srgbClr val="0072FF"/>
                  </a:gs>
                  <a:gs pos="100000">
                    <a:srgbClr val="00C6FF"/>
                  </a:gs>
                </a:gsLst>
                <a:lin ang="2700000" scaled="0"/>
              </a:gradFill>
              <a:ln w="9525" cap="rnd" cmpd="sng">
                <a:solidFill>
                  <a:srgbClr val="0072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72" name="Google Shape;72;p16"/>
            <p:cNvGrpSpPr/>
            <p:nvPr/>
          </p:nvGrpSpPr>
          <p:grpSpPr>
            <a:xfrm>
              <a:off x="-1225469" y="1860637"/>
              <a:ext cx="3835321" cy="547270"/>
              <a:chOff x="-1" y="1860637"/>
              <a:chExt cx="3835321" cy="547270"/>
            </a:xfrm>
          </p:grpSpPr>
          <p:sp>
            <p:nvSpPr>
              <p:cNvPr id="73" name="Google Shape;73;p16"/>
              <p:cNvSpPr/>
              <p:nvPr/>
            </p:nvSpPr>
            <p:spPr>
              <a:xfrm>
                <a:off x="3518565" y="1860637"/>
                <a:ext cx="316755" cy="316755"/>
              </a:xfrm>
              <a:prstGeom prst="ellipse">
                <a:avLst/>
              </a:prstGeom>
              <a:gradFill>
                <a:gsLst>
                  <a:gs pos="0">
                    <a:srgbClr val="0072FF"/>
                  </a:gs>
                  <a:gs pos="100000">
                    <a:srgbClr val="00C6FF"/>
                  </a:gs>
                </a:gsLst>
                <a:lin ang="2700000" scaled="0"/>
              </a:gradFill>
              <a:ln w="9525" cap="rnd" cmpd="sng">
                <a:solidFill>
                  <a:srgbClr val="0072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74" name="Google Shape;74;p16"/>
              <p:cNvCxnSpPr/>
              <p:nvPr/>
            </p:nvCxnSpPr>
            <p:spPr>
              <a:xfrm>
                <a:off x="-1" y="2407907"/>
                <a:ext cx="1985654" cy="0"/>
              </a:xfrm>
              <a:prstGeom prst="straightConnector1">
                <a:avLst/>
              </a:prstGeom>
              <a:noFill/>
              <a:ln w="38100" cap="rnd" cmpd="sng">
                <a:solidFill>
                  <a:srgbClr val="0072FF"/>
                </a:solidFill>
                <a:prstDash val="solid"/>
                <a:round/>
                <a:headEnd type="none" w="sm" len="sm"/>
                <a:tailEnd type="none" w="sm" len="sm"/>
              </a:ln>
            </p:spPr>
          </p:cxnSp>
          <p:cxnSp>
            <p:nvCxnSpPr>
              <p:cNvPr id="75" name="Google Shape;75;p16"/>
              <p:cNvCxnSpPr/>
              <p:nvPr/>
            </p:nvCxnSpPr>
            <p:spPr>
              <a:xfrm rot="10800000" flipH="1">
                <a:off x="1974958" y="2019015"/>
                <a:ext cx="463440" cy="388892"/>
              </a:xfrm>
              <a:prstGeom prst="straightConnector1">
                <a:avLst/>
              </a:prstGeom>
              <a:noFill/>
              <a:ln w="38100" cap="rnd" cmpd="sng">
                <a:solidFill>
                  <a:srgbClr val="0072FF"/>
                </a:solidFill>
                <a:prstDash val="solid"/>
                <a:round/>
                <a:headEnd type="none" w="sm" len="sm"/>
                <a:tailEnd type="none" w="sm" len="sm"/>
              </a:ln>
            </p:spPr>
          </p:cxnSp>
          <p:cxnSp>
            <p:nvCxnSpPr>
              <p:cNvPr id="76" name="Google Shape;76;p16"/>
              <p:cNvCxnSpPr/>
              <p:nvPr/>
            </p:nvCxnSpPr>
            <p:spPr>
              <a:xfrm>
                <a:off x="2438398" y="2019015"/>
                <a:ext cx="1080167" cy="0"/>
              </a:xfrm>
              <a:prstGeom prst="straightConnector1">
                <a:avLst/>
              </a:prstGeom>
              <a:noFill/>
              <a:ln w="38100" cap="rnd" cmpd="sng">
                <a:solidFill>
                  <a:srgbClr val="0072FF"/>
                </a:solidFill>
                <a:prstDash val="solid"/>
                <a:round/>
                <a:headEnd type="none" w="sm" len="sm"/>
                <a:tailEnd type="none" w="sm" len="sm"/>
              </a:ln>
            </p:spPr>
          </p:cxnSp>
        </p:grpSp>
        <p:grpSp>
          <p:nvGrpSpPr>
            <p:cNvPr id="77" name="Google Shape;77;p16"/>
            <p:cNvGrpSpPr/>
            <p:nvPr/>
          </p:nvGrpSpPr>
          <p:grpSpPr>
            <a:xfrm rot="10800000" flipH="1">
              <a:off x="-1259888" y="4408929"/>
              <a:ext cx="3835321" cy="547270"/>
              <a:chOff x="-1" y="1860637"/>
              <a:chExt cx="3835321" cy="547270"/>
            </a:xfrm>
          </p:grpSpPr>
          <p:sp>
            <p:nvSpPr>
              <p:cNvPr id="78" name="Google Shape;78;p16"/>
              <p:cNvSpPr/>
              <p:nvPr/>
            </p:nvSpPr>
            <p:spPr>
              <a:xfrm>
                <a:off x="3518565" y="1860637"/>
                <a:ext cx="316755" cy="316755"/>
              </a:xfrm>
              <a:prstGeom prst="ellipse">
                <a:avLst/>
              </a:prstGeom>
              <a:gradFill>
                <a:gsLst>
                  <a:gs pos="0">
                    <a:srgbClr val="0072FF"/>
                  </a:gs>
                  <a:gs pos="100000">
                    <a:srgbClr val="00C6FF"/>
                  </a:gs>
                </a:gsLst>
                <a:lin ang="2700000" scaled="0"/>
              </a:gradFill>
              <a:ln w="9525" cap="rnd" cmpd="sng">
                <a:solidFill>
                  <a:srgbClr val="0072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79" name="Google Shape;79;p16"/>
              <p:cNvCxnSpPr/>
              <p:nvPr/>
            </p:nvCxnSpPr>
            <p:spPr>
              <a:xfrm>
                <a:off x="-1" y="2407907"/>
                <a:ext cx="1985654" cy="0"/>
              </a:xfrm>
              <a:prstGeom prst="straightConnector1">
                <a:avLst/>
              </a:prstGeom>
              <a:noFill/>
              <a:ln w="38100" cap="rnd" cmpd="sng">
                <a:solidFill>
                  <a:srgbClr val="0072FF"/>
                </a:solidFill>
                <a:prstDash val="solid"/>
                <a:round/>
                <a:headEnd type="none" w="sm" len="sm"/>
                <a:tailEnd type="none" w="sm" len="sm"/>
              </a:ln>
            </p:spPr>
          </p:cxnSp>
          <p:cxnSp>
            <p:nvCxnSpPr>
              <p:cNvPr id="80" name="Google Shape;80;p16"/>
              <p:cNvCxnSpPr/>
              <p:nvPr/>
            </p:nvCxnSpPr>
            <p:spPr>
              <a:xfrm rot="10800000" flipH="1">
                <a:off x="1974958" y="2019015"/>
                <a:ext cx="463440" cy="388892"/>
              </a:xfrm>
              <a:prstGeom prst="straightConnector1">
                <a:avLst/>
              </a:prstGeom>
              <a:noFill/>
              <a:ln w="38100" cap="rnd" cmpd="sng">
                <a:solidFill>
                  <a:srgbClr val="0072FF"/>
                </a:solidFill>
                <a:prstDash val="solid"/>
                <a:round/>
                <a:headEnd type="none" w="sm" len="sm"/>
                <a:tailEnd type="none" w="sm" len="sm"/>
              </a:ln>
            </p:spPr>
          </p:cxnSp>
          <p:cxnSp>
            <p:nvCxnSpPr>
              <p:cNvPr id="81" name="Google Shape;81;p16"/>
              <p:cNvCxnSpPr/>
              <p:nvPr/>
            </p:nvCxnSpPr>
            <p:spPr>
              <a:xfrm>
                <a:off x="2438398" y="2019015"/>
                <a:ext cx="1080167" cy="0"/>
              </a:xfrm>
              <a:prstGeom prst="straightConnector1">
                <a:avLst/>
              </a:prstGeom>
              <a:noFill/>
              <a:ln w="38100" cap="rnd" cmpd="sng">
                <a:solidFill>
                  <a:srgbClr val="0072FF"/>
                </a:solidFill>
                <a:prstDash val="solid"/>
                <a:round/>
                <a:headEnd type="none" w="sm" len="sm"/>
                <a:tailEnd type="none" w="sm" len="sm"/>
              </a:ln>
            </p:spPr>
          </p:cxnSp>
        </p:grpSp>
        <p:grpSp>
          <p:nvGrpSpPr>
            <p:cNvPr id="82" name="Google Shape;82;p16"/>
            <p:cNvGrpSpPr/>
            <p:nvPr/>
          </p:nvGrpSpPr>
          <p:grpSpPr>
            <a:xfrm>
              <a:off x="-1252333" y="2715185"/>
              <a:ext cx="2776521" cy="436736"/>
              <a:chOff x="-26865" y="2715185"/>
              <a:chExt cx="2776521" cy="436736"/>
            </a:xfrm>
          </p:grpSpPr>
          <p:cxnSp>
            <p:nvCxnSpPr>
              <p:cNvPr id="83" name="Google Shape;83;p16"/>
              <p:cNvCxnSpPr/>
              <p:nvPr/>
            </p:nvCxnSpPr>
            <p:spPr>
              <a:xfrm>
                <a:off x="-26865" y="3151921"/>
                <a:ext cx="1402723" cy="0"/>
              </a:xfrm>
              <a:prstGeom prst="straightConnector1">
                <a:avLst/>
              </a:prstGeom>
              <a:noFill/>
              <a:ln w="38100" cap="rnd" cmpd="sng">
                <a:solidFill>
                  <a:srgbClr val="0072FF"/>
                </a:solidFill>
                <a:prstDash val="solid"/>
                <a:round/>
                <a:headEnd type="none" w="sm" len="sm"/>
                <a:tailEnd type="none" w="sm" len="sm"/>
              </a:ln>
            </p:spPr>
          </p:cxnSp>
          <p:cxnSp>
            <p:nvCxnSpPr>
              <p:cNvPr id="84" name="Google Shape;84;p16"/>
              <p:cNvCxnSpPr/>
              <p:nvPr/>
            </p:nvCxnSpPr>
            <p:spPr>
              <a:xfrm rot="10800000" flipH="1">
                <a:off x="1368303" y="2877197"/>
                <a:ext cx="327387" cy="274724"/>
              </a:xfrm>
              <a:prstGeom prst="straightConnector1">
                <a:avLst/>
              </a:prstGeom>
              <a:noFill/>
              <a:ln w="38100" cap="rnd" cmpd="sng">
                <a:solidFill>
                  <a:srgbClr val="0072FF"/>
                </a:solidFill>
                <a:prstDash val="solid"/>
                <a:round/>
                <a:headEnd type="none" w="sm" len="sm"/>
                <a:tailEnd type="none" w="sm" len="sm"/>
              </a:ln>
            </p:spPr>
          </p:cxnSp>
          <p:cxnSp>
            <p:nvCxnSpPr>
              <p:cNvPr id="85" name="Google Shape;85;p16"/>
              <p:cNvCxnSpPr/>
              <p:nvPr/>
            </p:nvCxnSpPr>
            <p:spPr>
              <a:xfrm>
                <a:off x="1695690" y="2877197"/>
                <a:ext cx="763061" cy="0"/>
              </a:xfrm>
              <a:prstGeom prst="straightConnector1">
                <a:avLst/>
              </a:prstGeom>
              <a:noFill/>
              <a:ln w="38100" cap="rnd" cmpd="sng">
                <a:solidFill>
                  <a:srgbClr val="0072FF"/>
                </a:solidFill>
                <a:prstDash val="solid"/>
                <a:round/>
                <a:headEnd type="none" w="sm" len="sm"/>
                <a:tailEnd type="none" w="sm" len="sm"/>
              </a:ln>
            </p:spPr>
          </p:cxnSp>
          <p:sp>
            <p:nvSpPr>
              <p:cNvPr id="86" name="Google Shape;86;p16"/>
              <p:cNvSpPr/>
              <p:nvPr/>
            </p:nvSpPr>
            <p:spPr>
              <a:xfrm>
                <a:off x="2432901" y="2715185"/>
                <a:ext cx="316755" cy="316755"/>
              </a:xfrm>
              <a:prstGeom prst="ellipse">
                <a:avLst/>
              </a:prstGeom>
              <a:gradFill>
                <a:gsLst>
                  <a:gs pos="0">
                    <a:srgbClr val="0072FF"/>
                  </a:gs>
                  <a:gs pos="100000">
                    <a:srgbClr val="00C6FF"/>
                  </a:gs>
                </a:gsLst>
                <a:lin ang="2700000" scaled="0"/>
              </a:gradFill>
              <a:ln w="9525" cap="rnd" cmpd="sng">
                <a:solidFill>
                  <a:srgbClr val="0072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87" name="Google Shape;87;p16"/>
            <p:cNvGrpSpPr/>
            <p:nvPr/>
          </p:nvGrpSpPr>
          <p:grpSpPr>
            <a:xfrm>
              <a:off x="-1225468" y="3843225"/>
              <a:ext cx="2802371" cy="433101"/>
              <a:chOff x="-34420" y="3843718"/>
              <a:chExt cx="2802371" cy="433101"/>
            </a:xfrm>
          </p:grpSpPr>
          <p:cxnSp>
            <p:nvCxnSpPr>
              <p:cNvPr id="88" name="Google Shape;88;p16"/>
              <p:cNvCxnSpPr/>
              <p:nvPr/>
            </p:nvCxnSpPr>
            <p:spPr>
              <a:xfrm>
                <a:off x="-34420" y="3843718"/>
                <a:ext cx="1402723" cy="0"/>
              </a:xfrm>
              <a:prstGeom prst="straightConnector1">
                <a:avLst/>
              </a:prstGeom>
              <a:noFill/>
              <a:ln w="38100" cap="rnd" cmpd="sng">
                <a:solidFill>
                  <a:srgbClr val="0072FF"/>
                </a:solidFill>
                <a:prstDash val="solid"/>
                <a:round/>
                <a:headEnd type="none" w="sm" len="sm"/>
                <a:tailEnd type="none" w="sm" len="sm"/>
              </a:ln>
            </p:spPr>
          </p:cxnSp>
          <p:cxnSp>
            <p:nvCxnSpPr>
              <p:cNvPr id="89" name="Google Shape;89;p16"/>
              <p:cNvCxnSpPr/>
              <p:nvPr/>
            </p:nvCxnSpPr>
            <p:spPr>
              <a:xfrm>
                <a:off x="1360748" y="3843718"/>
                <a:ext cx="327387" cy="274724"/>
              </a:xfrm>
              <a:prstGeom prst="straightConnector1">
                <a:avLst/>
              </a:prstGeom>
              <a:noFill/>
              <a:ln w="38100" cap="rnd" cmpd="sng">
                <a:solidFill>
                  <a:srgbClr val="0072FF"/>
                </a:solidFill>
                <a:prstDash val="solid"/>
                <a:round/>
                <a:headEnd type="none" w="sm" len="sm"/>
                <a:tailEnd type="none" w="sm" len="sm"/>
              </a:ln>
            </p:spPr>
          </p:cxnSp>
          <p:cxnSp>
            <p:nvCxnSpPr>
              <p:cNvPr id="90" name="Google Shape;90;p16"/>
              <p:cNvCxnSpPr/>
              <p:nvPr/>
            </p:nvCxnSpPr>
            <p:spPr>
              <a:xfrm>
                <a:off x="1688135" y="4118442"/>
                <a:ext cx="763061" cy="0"/>
              </a:xfrm>
              <a:prstGeom prst="straightConnector1">
                <a:avLst/>
              </a:prstGeom>
              <a:noFill/>
              <a:ln w="38100" cap="rnd" cmpd="sng">
                <a:solidFill>
                  <a:srgbClr val="0072FF"/>
                </a:solidFill>
                <a:prstDash val="solid"/>
                <a:round/>
                <a:headEnd type="none" w="sm" len="sm"/>
                <a:tailEnd type="none" w="sm" len="sm"/>
              </a:ln>
            </p:spPr>
          </p:cxnSp>
          <p:sp>
            <p:nvSpPr>
              <p:cNvPr id="91" name="Google Shape;91;p16"/>
              <p:cNvSpPr/>
              <p:nvPr/>
            </p:nvSpPr>
            <p:spPr>
              <a:xfrm>
                <a:off x="2451196" y="3960064"/>
                <a:ext cx="316755" cy="316755"/>
              </a:xfrm>
              <a:prstGeom prst="ellipse">
                <a:avLst/>
              </a:prstGeom>
              <a:gradFill>
                <a:gsLst>
                  <a:gs pos="0">
                    <a:srgbClr val="0072FF"/>
                  </a:gs>
                  <a:gs pos="100000">
                    <a:srgbClr val="00C6FF"/>
                  </a:gs>
                </a:gsLst>
                <a:lin ang="2700000" scaled="0"/>
              </a:gradFill>
              <a:ln w="9525" cap="rnd" cmpd="sng">
                <a:solidFill>
                  <a:srgbClr val="0072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grpSp>
        <p:nvGrpSpPr>
          <p:cNvPr id="92" name="Google Shape;92;p16"/>
          <p:cNvGrpSpPr/>
          <p:nvPr/>
        </p:nvGrpSpPr>
        <p:grpSpPr>
          <a:xfrm flipH="1">
            <a:off x="8607643" y="1121391"/>
            <a:ext cx="4841288" cy="5054000"/>
            <a:chOff x="-1259888" y="901609"/>
            <a:chExt cx="4841288" cy="5054000"/>
          </a:xfrm>
        </p:grpSpPr>
        <p:grpSp>
          <p:nvGrpSpPr>
            <p:cNvPr id="93" name="Google Shape;93;p16"/>
            <p:cNvGrpSpPr/>
            <p:nvPr/>
          </p:nvGrpSpPr>
          <p:grpSpPr>
            <a:xfrm>
              <a:off x="-1225468" y="901609"/>
              <a:ext cx="4806868" cy="664514"/>
              <a:chOff x="0" y="901609"/>
              <a:chExt cx="4806868" cy="664514"/>
            </a:xfrm>
          </p:grpSpPr>
          <p:cxnSp>
            <p:nvCxnSpPr>
              <p:cNvPr id="94" name="Google Shape;94;p16"/>
              <p:cNvCxnSpPr/>
              <p:nvPr/>
            </p:nvCxnSpPr>
            <p:spPr>
              <a:xfrm>
                <a:off x="0" y="1566123"/>
                <a:ext cx="2533933" cy="0"/>
              </a:xfrm>
              <a:prstGeom prst="straightConnector1">
                <a:avLst/>
              </a:prstGeom>
              <a:noFill/>
              <a:ln w="38100" cap="rnd" cmpd="sng">
                <a:solidFill>
                  <a:srgbClr val="0072FF"/>
                </a:solidFill>
                <a:prstDash val="solid"/>
                <a:round/>
                <a:headEnd type="none" w="sm" len="sm"/>
                <a:tailEnd type="none" w="sm" len="sm"/>
              </a:ln>
            </p:spPr>
          </p:cxnSp>
          <p:cxnSp>
            <p:nvCxnSpPr>
              <p:cNvPr id="95" name="Google Shape;95;p16"/>
              <p:cNvCxnSpPr/>
              <p:nvPr/>
            </p:nvCxnSpPr>
            <p:spPr>
              <a:xfrm rot="10800000" flipH="1">
                <a:off x="2520285" y="1059987"/>
                <a:ext cx="591405" cy="506136"/>
              </a:xfrm>
              <a:prstGeom prst="straightConnector1">
                <a:avLst/>
              </a:prstGeom>
              <a:noFill/>
              <a:ln w="38100" cap="rnd" cmpd="sng">
                <a:solidFill>
                  <a:srgbClr val="0072FF"/>
                </a:solidFill>
                <a:prstDash val="solid"/>
                <a:round/>
                <a:headEnd type="none" w="sm" len="sm"/>
                <a:tailEnd type="none" w="sm" len="sm"/>
              </a:ln>
            </p:spPr>
          </p:cxnSp>
          <p:cxnSp>
            <p:nvCxnSpPr>
              <p:cNvPr id="96" name="Google Shape;96;p16"/>
              <p:cNvCxnSpPr/>
              <p:nvPr/>
            </p:nvCxnSpPr>
            <p:spPr>
              <a:xfrm>
                <a:off x="3111690" y="1059987"/>
                <a:ext cx="1378423" cy="0"/>
              </a:xfrm>
              <a:prstGeom prst="straightConnector1">
                <a:avLst/>
              </a:prstGeom>
              <a:noFill/>
              <a:ln w="38100" cap="rnd" cmpd="sng">
                <a:solidFill>
                  <a:srgbClr val="0072FF"/>
                </a:solidFill>
                <a:prstDash val="solid"/>
                <a:round/>
                <a:headEnd type="none" w="sm" len="sm"/>
                <a:tailEnd type="none" w="sm" len="sm"/>
              </a:ln>
            </p:spPr>
          </p:cxnSp>
          <p:sp>
            <p:nvSpPr>
              <p:cNvPr id="97" name="Google Shape;97;p16"/>
              <p:cNvSpPr/>
              <p:nvPr/>
            </p:nvSpPr>
            <p:spPr>
              <a:xfrm>
                <a:off x="4490113" y="901609"/>
                <a:ext cx="316755" cy="316755"/>
              </a:xfrm>
              <a:prstGeom prst="ellipse">
                <a:avLst/>
              </a:prstGeom>
              <a:gradFill>
                <a:gsLst>
                  <a:gs pos="0">
                    <a:srgbClr val="0072FF"/>
                  </a:gs>
                  <a:gs pos="100000">
                    <a:srgbClr val="00C6FF"/>
                  </a:gs>
                </a:gsLst>
                <a:lin ang="2700000" scaled="0"/>
              </a:gradFill>
              <a:ln w="9525" cap="rnd" cmpd="sng">
                <a:solidFill>
                  <a:srgbClr val="0072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98" name="Google Shape;98;p16"/>
            <p:cNvGrpSpPr/>
            <p:nvPr/>
          </p:nvGrpSpPr>
          <p:grpSpPr>
            <a:xfrm rot="10800000" flipH="1">
              <a:off x="-1225468" y="5291095"/>
              <a:ext cx="4806868" cy="664514"/>
              <a:chOff x="0" y="1232525"/>
              <a:chExt cx="4806868" cy="664514"/>
            </a:xfrm>
          </p:grpSpPr>
          <p:cxnSp>
            <p:nvCxnSpPr>
              <p:cNvPr id="99" name="Google Shape;99;p16"/>
              <p:cNvCxnSpPr/>
              <p:nvPr/>
            </p:nvCxnSpPr>
            <p:spPr>
              <a:xfrm>
                <a:off x="0" y="1897039"/>
                <a:ext cx="2533933" cy="0"/>
              </a:xfrm>
              <a:prstGeom prst="straightConnector1">
                <a:avLst/>
              </a:prstGeom>
              <a:noFill/>
              <a:ln w="38100" cap="rnd" cmpd="sng">
                <a:solidFill>
                  <a:srgbClr val="0072FF"/>
                </a:solidFill>
                <a:prstDash val="solid"/>
                <a:round/>
                <a:headEnd type="none" w="sm" len="sm"/>
                <a:tailEnd type="none" w="sm" len="sm"/>
              </a:ln>
            </p:spPr>
          </p:cxnSp>
          <p:cxnSp>
            <p:nvCxnSpPr>
              <p:cNvPr id="100" name="Google Shape;100;p16"/>
              <p:cNvCxnSpPr/>
              <p:nvPr/>
            </p:nvCxnSpPr>
            <p:spPr>
              <a:xfrm rot="10800000" flipH="1">
                <a:off x="2520285" y="1390903"/>
                <a:ext cx="591405" cy="506136"/>
              </a:xfrm>
              <a:prstGeom prst="straightConnector1">
                <a:avLst/>
              </a:prstGeom>
              <a:noFill/>
              <a:ln w="38100" cap="rnd" cmpd="sng">
                <a:solidFill>
                  <a:srgbClr val="0072FF"/>
                </a:solidFill>
                <a:prstDash val="solid"/>
                <a:round/>
                <a:headEnd type="none" w="sm" len="sm"/>
                <a:tailEnd type="none" w="sm" len="sm"/>
              </a:ln>
            </p:spPr>
          </p:cxnSp>
          <p:cxnSp>
            <p:nvCxnSpPr>
              <p:cNvPr id="101" name="Google Shape;101;p16"/>
              <p:cNvCxnSpPr/>
              <p:nvPr/>
            </p:nvCxnSpPr>
            <p:spPr>
              <a:xfrm>
                <a:off x="3111690" y="1390903"/>
                <a:ext cx="1378423" cy="0"/>
              </a:xfrm>
              <a:prstGeom prst="straightConnector1">
                <a:avLst/>
              </a:prstGeom>
              <a:noFill/>
              <a:ln w="38100" cap="rnd" cmpd="sng">
                <a:solidFill>
                  <a:srgbClr val="0072FF"/>
                </a:solidFill>
                <a:prstDash val="solid"/>
                <a:round/>
                <a:headEnd type="none" w="sm" len="sm"/>
                <a:tailEnd type="none" w="sm" len="sm"/>
              </a:ln>
            </p:spPr>
          </p:cxnSp>
          <p:sp>
            <p:nvSpPr>
              <p:cNvPr id="102" name="Google Shape;102;p16"/>
              <p:cNvSpPr/>
              <p:nvPr/>
            </p:nvSpPr>
            <p:spPr>
              <a:xfrm>
                <a:off x="4490113" y="1232525"/>
                <a:ext cx="316755" cy="316755"/>
              </a:xfrm>
              <a:prstGeom prst="ellipse">
                <a:avLst/>
              </a:prstGeom>
              <a:gradFill>
                <a:gsLst>
                  <a:gs pos="0">
                    <a:srgbClr val="0072FF"/>
                  </a:gs>
                  <a:gs pos="100000">
                    <a:srgbClr val="00C6FF"/>
                  </a:gs>
                </a:gsLst>
                <a:lin ang="2700000" scaled="0"/>
              </a:gradFill>
              <a:ln w="9525" cap="rnd" cmpd="sng">
                <a:solidFill>
                  <a:srgbClr val="0072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03" name="Google Shape;103;p16"/>
            <p:cNvGrpSpPr/>
            <p:nvPr/>
          </p:nvGrpSpPr>
          <p:grpSpPr>
            <a:xfrm>
              <a:off x="-1225469" y="1860637"/>
              <a:ext cx="3835321" cy="547270"/>
              <a:chOff x="-1" y="1860637"/>
              <a:chExt cx="3835321" cy="547270"/>
            </a:xfrm>
          </p:grpSpPr>
          <p:sp>
            <p:nvSpPr>
              <p:cNvPr id="104" name="Google Shape;104;p16"/>
              <p:cNvSpPr/>
              <p:nvPr/>
            </p:nvSpPr>
            <p:spPr>
              <a:xfrm>
                <a:off x="3518565" y="1860637"/>
                <a:ext cx="316755" cy="316755"/>
              </a:xfrm>
              <a:prstGeom prst="ellipse">
                <a:avLst/>
              </a:prstGeom>
              <a:gradFill>
                <a:gsLst>
                  <a:gs pos="0">
                    <a:srgbClr val="0072FF"/>
                  </a:gs>
                  <a:gs pos="100000">
                    <a:srgbClr val="00C6FF"/>
                  </a:gs>
                </a:gsLst>
                <a:lin ang="2700000" scaled="0"/>
              </a:gradFill>
              <a:ln w="9525" cap="rnd" cmpd="sng">
                <a:solidFill>
                  <a:srgbClr val="0072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05" name="Google Shape;105;p16"/>
              <p:cNvCxnSpPr/>
              <p:nvPr/>
            </p:nvCxnSpPr>
            <p:spPr>
              <a:xfrm>
                <a:off x="-1" y="2407907"/>
                <a:ext cx="1985654" cy="0"/>
              </a:xfrm>
              <a:prstGeom prst="straightConnector1">
                <a:avLst/>
              </a:prstGeom>
              <a:noFill/>
              <a:ln w="38100" cap="rnd" cmpd="sng">
                <a:solidFill>
                  <a:srgbClr val="0072FF"/>
                </a:solidFill>
                <a:prstDash val="solid"/>
                <a:round/>
                <a:headEnd type="none" w="sm" len="sm"/>
                <a:tailEnd type="none" w="sm" len="sm"/>
              </a:ln>
            </p:spPr>
          </p:cxnSp>
          <p:cxnSp>
            <p:nvCxnSpPr>
              <p:cNvPr id="106" name="Google Shape;106;p16"/>
              <p:cNvCxnSpPr/>
              <p:nvPr/>
            </p:nvCxnSpPr>
            <p:spPr>
              <a:xfrm rot="10800000" flipH="1">
                <a:off x="1974958" y="2019015"/>
                <a:ext cx="463440" cy="388892"/>
              </a:xfrm>
              <a:prstGeom prst="straightConnector1">
                <a:avLst/>
              </a:prstGeom>
              <a:noFill/>
              <a:ln w="38100" cap="rnd" cmpd="sng">
                <a:solidFill>
                  <a:srgbClr val="0072FF"/>
                </a:solidFill>
                <a:prstDash val="solid"/>
                <a:round/>
                <a:headEnd type="none" w="sm" len="sm"/>
                <a:tailEnd type="none" w="sm" len="sm"/>
              </a:ln>
            </p:spPr>
          </p:cxnSp>
          <p:cxnSp>
            <p:nvCxnSpPr>
              <p:cNvPr id="107" name="Google Shape;107;p16"/>
              <p:cNvCxnSpPr/>
              <p:nvPr/>
            </p:nvCxnSpPr>
            <p:spPr>
              <a:xfrm>
                <a:off x="2438398" y="2019015"/>
                <a:ext cx="1080167" cy="0"/>
              </a:xfrm>
              <a:prstGeom prst="straightConnector1">
                <a:avLst/>
              </a:prstGeom>
              <a:noFill/>
              <a:ln w="38100" cap="rnd" cmpd="sng">
                <a:solidFill>
                  <a:srgbClr val="0072FF"/>
                </a:solidFill>
                <a:prstDash val="solid"/>
                <a:round/>
                <a:headEnd type="none" w="sm" len="sm"/>
                <a:tailEnd type="none" w="sm" len="sm"/>
              </a:ln>
            </p:spPr>
          </p:cxnSp>
        </p:grpSp>
        <p:grpSp>
          <p:nvGrpSpPr>
            <p:cNvPr id="108" name="Google Shape;108;p16"/>
            <p:cNvGrpSpPr/>
            <p:nvPr/>
          </p:nvGrpSpPr>
          <p:grpSpPr>
            <a:xfrm rot="10800000" flipH="1">
              <a:off x="-1259888" y="4408929"/>
              <a:ext cx="3835321" cy="547270"/>
              <a:chOff x="-1" y="1860637"/>
              <a:chExt cx="3835321" cy="547270"/>
            </a:xfrm>
          </p:grpSpPr>
          <p:sp>
            <p:nvSpPr>
              <p:cNvPr id="109" name="Google Shape;109;p16"/>
              <p:cNvSpPr/>
              <p:nvPr/>
            </p:nvSpPr>
            <p:spPr>
              <a:xfrm>
                <a:off x="3518565" y="1860637"/>
                <a:ext cx="316755" cy="316755"/>
              </a:xfrm>
              <a:prstGeom prst="ellipse">
                <a:avLst/>
              </a:prstGeom>
              <a:gradFill>
                <a:gsLst>
                  <a:gs pos="0">
                    <a:srgbClr val="0072FF"/>
                  </a:gs>
                  <a:gs pos="100000">
                    <a:srgbClr val="00C6FF"/>
                  </a:gs>
                </a:gsLst>
                <a:lin ang="2700000" scaled="0"/>
              </a:gradFill>
              <a:ln w="9525" cap="rnd" cmpd="sng">
                <a:solidFill>
                  <a:srgbClr val="0072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10" name="Google Shape;110;p16"/>
              <p:cNvCxnSpPr/>
              <p:nvPr/>
            </p:nvCxnSpPr>
            <p:spPr>
              <a:xfrm>
                <a:off x="-1" y="2407907"/>
                <a:ext cx="1985654" cy="0"/>
              </a:xfrm>
              <a:prstGeom prst="straightConnector1">
                <a:avLst/>
              </a:prstGeom>
              <a:noFill/>
              <a:ln w="38100" cap="rnd" cmpd="sng">
                <a:solidFill>
                  <a:srgbClr val="0072FF"/>
                </a:solidFill>
                <a:prstDash val="solid"/>
                <a:round/>
                <a:headEnd type="none" w="sm" len="sm"/>
                <a:tailEnd type="none" w="sm" len="sm"/>
              </a:ln>
            </p:spPr>
          </p:cxnSp>
          <p:cxnSp>
            <p:nvCxnSpPr>
              <p:cNvPr id="111" name="Google Shape;111;p16"/>
              <p:cNvCxnSpPr/>
              <p:nvPr/>
            </p:nvCxnSpPr>
            <p:spPr>
              <a:xfrm rot="10800000" flipH="1">
                <a:off x="1974958" y="2019015"/>
                <a:ext cx="463440" cy="388892"/>
              </a:xfrm>
              <a:prstGeom prst="straightConnector1">
                <a:avLst/>
              </a:prstGeom>
              <a:noFill/>
              <a:ln w="38100" cap="rnd" cmpd="sng">
                <a:solidFill>
                  <a:srgbClr val="0072FF"/>
                </a:solidFill>
                <a:prstDash val="solid"/>
                <a:round/>
                <a:headEnd type="none" w="sm" len="sm"/>
                <a:tailEnd type="none" w="sm" len="sm"/>
              </a:ln>
            </p:spPr>
          </p:cxnSp>
          <p:cxnSp>
            <p:nvCxnSpPr>
              <p:cNvPr id="112" name="Google Shape;112;p16"/>
              <p:cNvCxnSpPr/>
              <p:nvPr/>
            </p:nvCxnSpPr>
            <p:spPr>
              <a:xfrm>
                <a:off x="2438398" y="2019015"/>
                <a:ext cx="1080167" cy="0"/>
              </a:xfrm>
              <a:prstGeom prst="straightConnector1">
                <a:avLst/>
              </a:prstGeom>
              <a:noFill/>
              <a:ln w="38100" cap="rnd" cmpd="sng">
                <a:solidFill>
                  <a:srgbClr val="0072FF"/>
                </a:solidFill>
                <a:prstDash val="solid"/>
                <a:round/>
                <a:headEnd type="none" w="sm" len="sm"/>
                <a:tailEnd type="none" w="sm" len="sm"/>
              </a:ln>
            </p:spPr>
          </p:cxnSp>
        </p:grpSp>
        <p:grpSp>
          <p:nvGrpSpPr>
            <p:cNvPr id="113" name="Google Shape;113;p16"/>
            <p:cNvGrpSpPr/>
            <p:nvPr/>
          </p:nvGrpSpPr>
          <p:grpSpPr>
            <a:xfrm>
              <a:off x="-1252333" y="2715185"/>
              <a:ext cx="2776521" cy="436736"/>
              <a:chOff x="-26865" y="2715185"/>
              <a:chExt cx="2776521" cy="436736"/>
            </a:xfrm>
          </p:grpSpPr>
          <p:cxnSp>
            <p:nvCxnSpPr>
              <p:cNvPr id="114" name="Google Shape;114;p16"/>
              <p:cNvCxnSpPr/>
              <p:nvPr/>
            </p:nvCxnSpPr>
            <p:spPr>
              <a:xfrm>
                <a:off x="-26865" y="3151921"/>
                <a:ext cx="1402723" cy="0"/>
              </a:xfrm>
              <a:prstGeom prst="straightConnector1">
                <a:avLst/>
              </a:prstGeom>
              <a:noFill/>
              <a:ln w="38100" cap="rnd" cmpd="sng">
                <a:solidFill>
                  <a:srgbClr val="0072FF"/>
                </a:solidFill>
                <a:prstDash val="solid"/>
                <a:round/>
                <a:headEnd type="none" w="sm" len="sm"/>
                <a:tailEnd type="none" w="sm" len="sm"/>
              </a:ln>
            </p:spPr>
          </p:cxnSp>
          <p:cxnSp>
            <p:nvCxnSpPr>
              <p:cNvPr id="115" name="Google Shape;115;p16"/>
              <p:cNvCxnSpPr/>
              <p:nvPr/>
            </p:nvCxnSpPr>
            <p:spPr>
              <a:xfrm rot="10800000" flipH="1">
                <a:off x="1368303" y="2877197"/>
                <a:ext cx="327387" cy="274724"/>
              </a:xfrm>
              <a:prstGeom prst="straightConnector1">
                <a:avLst/>
              </a:prstGeom>
              <a:noFill/>
              <a:ln w="38100" cap="rnd" cmpd="sng">
                <a:solidFill>
                  <a:srgbClr val="0072FF"/>
                </a:solidFill>
                <a:prstDash val="solid"/>
                <a:round/>
                <a:headEnd type="none" w="sm" len="sm"/>
                <a:tailEnd type="none" w="sm" len="sm"/>
              </a:ln>
            </p:spPr>
          </p:cxnSp>
          <p:cxnSp>
            <p:nvCxnSpPr>
              <p:cNvPr id="116" name="Google Shape;116;p16"/>
              <p:cNvCxnSpPr/>
              <p:nvPr/>
            </p:nvCxnSpPr>
            <p:spPr>
              <a:xfrm>
                <a:off x="1695690" y="2877197"/>
                <a:ext cx="763061" cy="0"/>
              </a:xfrm>
              <a:prstGeom prst="straightConnector1">
                <a:avLst/>
              </a:prstGeom>
              <a:noFill/>
              <a:ln w="38100" cap="rnd" cmpd="sng">
                <a:solidFill>
                  <a:srgbClr val="0072FF"/>
                </a:solidFill>
                <a:prstDash val="solid"/>
                <a:round/>
                <a:headEnd type="none" w="sm" len="sm"/>
                <a:tailEnd type="none" w="sm" len="sm"/>
              </a:ln>
            </p:spPr>
          </p:cxnSp>
          <p:sp>
            <p:nvSpPr>
              <p:cNvPr id="117" name="Google Shape;117;p16"/>
              <p:cNvSpPr/>
              <p:nvPr/>
            </p:nvSpPr>
            <p:spPr>
              <a:xfrm>
                <a:off x="2432901" y="2715185"/>
                <a:ext cx="316755" cy="316755"/>
              </a:xfrm>
              <a:prstGeom prst="ellipse">
                <a:avLst/>
              </a:prstGeom>
              <a:gradFill>
                <a:gsLst>
                  <a:gs pos="0">
                    <a:srgbClr val="0072FF"/>
                  </a:gs>
                  <a:gs pos="100000">
                    <a:srgbClr val="00C6FF"/>
                  </a:gs>
                </a:gsLst>
                <a:lin ang="2700000" scaled="0"/>
              </a:gradFill>
              <a:ln w="9525" cap="rnd" cmpd="sng">
                <a:solidFill>
                  <a:srgbClr val="0072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18" name="Google Shape;118;p16"/>
            <p:cNvGrpSpPr/>
            <p:nvPr/>
          </p:nvGrpSpPr>
          <p:grpSpPr>
            <a:xfrm>
              <a:off x="-1225468" y="3843225"/>
              <a:ext cx="2802371" cy="433101"/>
              <a:chOff x="-34420" y="3843718"/>
              <a:chExt cx="2802371" cy="433101"/>
            </a:xfrm>
          </p:grpSpPr>
          <p:cxnSp>
            <p:nvCxnSpPr>
              <p:cNvPr id="119" name="Google Shape;119;p16"/>
              <p:cNvCxnSpPr/>
              <p:nvPr/>
            </p:nvCxnSpPr>
            <p:spPr>
              <a:xfrm>
                <a:off x="-34420" y="3843718"/>
                <a:ext cx="1402723" cy="0"/>
              </a:xfrm>
              <a:prstGeom prst="straightConnector1">
                <a:avLst/>
              </a:prstGeom>
              <a:noFill/>
              <a:ln w="38100" cap="rnd" cmpd="sng">
                <a:solidFill>
                  <a:srgbClr val="0072FF"/>
                </a:solidFill>
                <a:prstDash val="solid"/>
                <a:round/>
                <a:headEnd type="none" w="sm" len="sm"/>
                <a:tailEnd type="none" w="sm" len="sm"/>
              </a:ln>
            </p:spPr>
          </p:cxnSp>
          <p:cxnSp>
            <p:nvCxnSpPr>
              <p:cNvPr id="120" name="Google Shape;120;p16"/>
              <p:cNvCxnSpPr/>
              <p:nvPr/>
            </p:nvCxnSpPr>
            <p:spPr>
              <a:xfrm>
                <a:off x="1360748" y="3843718"/>
                <a:ext cx="327387" cy="274724"/>
              </a:xfrm>
              <a:prstGeom prst="straightConnector1">
                <a:avLst/>
              </a:prstGeom>
              <a:noFill/>
              <a:ln w="38100" cap="rnd" cmpd="sng">
                <a:solidFill>
                  <a:srgbClr val="0072FF"/>
                </a:solidFill>
                <a:prstDash val="solid"/>
                <a:round/>
                <a:headEnd type="none" w="sm" len="sm"/>
                <a:tailEnd type="none" w="sm" len="sm"/>
              </a:ln>
            </p:spPr>
          </p:cxnSp>
          <p:cxnSp>
            <p:nvCxnSpPr>
              <p:cNvPr id="121" name="Google Shape;121;p16"/>
              <p:cNvCxnSpPr/>
              <p:nvPr/>
            </p:nvCxnSpPr>
            <p:spPr>
              <a:xfrm>
                <a:off x="1688135" y="4118442"/>
                <a:ext cx="763061" cy="0"/>
              </a:xfrm>
              <a:prstGeom prst="straightConnector1">
                <a:avLst/>
              </a:prstGeom>
              <a:noFill/>
              <a:ln w="38100" cap="rnd" cmpd="sng">
                <a:solidFill>
                  <a:srgbClr val="0072FF"/>
                </a:solidFill>
                <a:prstDash val="solid"/>
                <a:round/>
                <a:headEnd type="none" w="sm" len="sm"/>
                <a:tailEnd type="none" w="sm" len="sm"/>
              </a:ln>
            </p:spPr>
          </p:cxnSp>
          <p:sp>
            <p:nvSpPr>
              <p:cNvPr id="122" name="Google Shape;122;p16"/>
              <p:cNvSpPr/>
              <p:nvPr/>
            </p:nvSpPr>
            <p:spPr>
              <a:xfrm>
                <a:off x="2451196" y="3960064"/>
                <a:ext cx="316755" cy="316755"/>
              </a:xfrm>
              <a:prstGeom prst="ellipse">
                <a:avLst/>
              </a:prstGeom>
              <a:gradFill>
                <a:gsLst>
                  <a:gs pos="0">
                    <a:srgbClr val="0072FF"/>
                  </a:gs>
                  <a:gs pos="100000">
                    <a:srgbClr val="00C6FF"/>
                  </a:gs>
                </a:gsLst>
                <a:lin ang="2700000" scaled="0"/>
              </a:gradFill>
              <a:ln w="9525" cap="rnd" cmpd="sng">
                <a:solidFill>
                  <a:srgbClr val="0072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sp>
        <p:nvSpPr>
          <p:cNvPr id="123" name="Google Shape;123;p16"/>
          <p:cNvSpPr/>
          <p:nvPr/>
        </p:nvSpPr>
        <p:spPr>
          <a:xfrm>
            <a:off x="11924591" y="6583140"/>
            <a:ext cx="233916" cy="23391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Arial"/>
              <a:ea typeface="Arial"/>
              <a:cs typeface="Arial"/>
              <a:sym typeface="Arial"/>
            </a:endParaRPr>
          </a:p>
        </p:txBody>
      </p:sp>
      <p:sp>
        <p:nvSpPr>
          <p:cNvPr id="124" name="Google Shape;124;p16"/>
          <p:cNvSpPr txBox="1">
            <a:spLocks noGrp="1"/>
          </p:cNvSpPr>
          <p:nvPr>
            <p:ph type="sldNum" idx="12"/>
          </p:nvPr>
        </p:nvSpPr>
        <p:spPr>
          <a:xfrm>
            <a:off x="11900400" y="6566400"/>
            <a:ext cx="291600" cy="2916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700">
                <a:solidFill>
                  <a:schemeClr val="dk1"/>
                </a:solidFill>
                <a:latin typeface="Arial"/>
                <a:ea typeface="Arial"/>
                <a:cs typeface="Arial"/>
                <a:sym typeface="Arial"/>
              </a:defRPr>
            </a:lvl1pPr>
            <a:lvl2pPr marL="0" lvl="1" indent="0" algn="ctr">
              <a:spcBef>
                <a:spcPts val="0"/>
              </a:spcBef>
              <a:buNone/>
              <a:defRPr sz="700">
                <a:solidFill>
                  <a:schemeClr val="dk1"/>
                </a:solidFill>
                <a:latin typeface="Arial"/>
                <a:ea typeface="Arial"/>
                <a:cs typeface="Arial"/>
                <a:sym typeface="Arial"/>
              </a:defRPr>
            </a:lvl2pPr>
            <a:lvl3pPr marL="0" lvl="2" indent="0" algn="ctr">
              <a:spcBef>
                <a:spcPts val="0"/>
              </a:spcBef>
              <a:buNone/>
              <a:defRPr sz="700">
                <a:solidFill>
                  <a:schemeClr val="dk1"/>
                </a:solidFill>
                <a:latin typeface="Arial"/>
                <a:ea typeface="Arial"/>
                <a:cs typeface="Arial"/>
                <a:sym typeface="Arial"/>
              </a:defRPr>
            </a:lvl3pPr>
            <a:lvl4pPr marL="0" lvl="3" indent="0" algn="ctr">
              <a:spcBef>
                <a:spcPts val="0"/>
              </a:spcBef>
              <a:buNone/>
              <a:defRPr sz="700">
                <a:solidFill>
                  <a:schemeClr val="dk1"/>
                </a:solidFill>
                <a:latin typeface="Arial"/>
                <a:ea typeface="Arial"/>
                <a:cs typeface="Arial"/>
                <a:sym typeface="Arial"/>
              </a:defRPr>
            </a:lvl4pPr>
            <a:lvl5pPr marL="0" lvl="4" indent="0" algn="ctr">
              <a:spcBef>
                <a:spcPts val="0"/>
              </a:spcBef>
              <a:buNone/>
              <a:defRPr sz="700">
                <a:solidFill>
                  <a:schemeClr val="dk1"/>
                </a:solidFill>
                <a:latin typeface="Arial"/>
                <a:ea typeface="Arial"/>
                <a:cs typeface="Arial"/>
                <a:sym typeface="Arial"/>
              </a:defRPr>
            </a:lvl5pPr>
            <a:lvl6pPr marL="0" lvl="5" indent="0" algn="ctr">
              <a:spcBef>
                <a:spcPts val="0"/>
              </a:spcBef>
              <a:buNone/>
              <a:defRPr sz="700">
                <a:solidFill>
                  <a:schemeClr val="dk1"/>
                </a:solidFill>
                <a:latin typeface="Arial"/>
                <a:ea typeface="Arial"/>
                <a:cs typeface="Arial"/>
                <a:sym typeface="Arial"/>
              </a:defRPr>
            </a:lvl6pPr>
            <a:lvl7pPr marL="0" lvl="6" indent="0" algn="ctr">
              <a:spcBef>
                <a:spcPts val="0"/>
              </a:spcBef>
              <a:buNone/>
              <a:defRPr sz="700">
                <a:solidFill>
                  <a:schemeClr val="dk1"/>
                </a:solidFill>
                <a:latin typeface="Arial"/>
                <a:ea typeface="Arial"/>
                <a:cs typeface="Arial"/>
                <a:sym typeface="Arial"/>
              </a:defRPr>
            </a:lvl7pPr>
            <a:lvl8pPr marL="0" lvl="7" indent="0" algn="ctr">
              <a:spcBef>
                <a:spcPts val="0"/>
              </a:spcBef>
              <a:buNone/>
              <a:defRPr sz="700">
                <a:solidFill>
                  <a:schemeClr val="dk1"/>
                </a:solidFill>
                <a:latin typeface="Arial"/>
                <a:ea typeface="Arial"/>
                <a:cs typeface="Arial"/>
                <a:sym typeface="Arial"/>
              </a:defRPr>
            </a:lvl8pPr>
            <a:lvl9pPr marL="0" lvl="8" indent="0" algn="ctr">
              <a:spcBef>
                <a:spcPts val="0"/>
              </a:spcBef>
              <a:buNone/>
              <a:defRPr sz="700">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vi-VN"/>
              <a:t>‹#›</a:t>
            </a:fld>
            <a:endParaRPr/>
          </a:p>
        </p:txBody>
      </p:sp>
      <p:sp>
        <p:nvSpPr>
          <p:cNvPr id="125" name="Google Shape;125;p16"/>
          <p:cNvSpPr txBox="1"/>
          <p:nvPr/>
        </p:nvSpPr>
        <p:spPr>
          <a:xfrm>
            <a:off x="4702630" y="640081"/>
            <a:ext cx="3028822" cy="646331"/>
          </a:xfrm>
          <a:prstGeom prst="rect">
            <a:avLst/>
          </a:prstGeom>
          <a:gradFill>
            <a:gsLst>
              <a:gs pos="0">
                <a:srgbClr val="0072FF"/>
              </a:gs>
              <a:gs pos="100000">
                <a:srgbClr val="00C6FF"/>
              </a:gs>
            </a:gsLst>
            <a:path path="circle">
              <a:fillToRect l="50000" t="50000" r="50000" b="50000"/>
            </a:path>
            <a:tileRect/>
          </a:grad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vi-VN" sz="3600" b="1">
                <a:solidFill>
                  <a:schemeClr val="lt1"/>
                </a:solidFill>
                <a:latin typeface="Times New Roman"/>
                <a:ea typeface="Times New Roman"/>
                <a:cs typeface="Times New Roman"/>
                <a:sym typeface="Times New Roman"/>
              </a:rPr>
              <a:t>NỘI DUNG</a:t>
            </a:r>
            <a:endParaRPr/>
          </a:p>
        </p:txBody>
      </p:sp>
      <p:sp>
        <p:nvSpPr>
          <p:cNvPr id="126" name="Google Shape;126;p16"/>
          <p:cNvSpPr txBox="1">
            <a:spLocks noGrp="1"/>
          </p:cNvSpPr>
          <p:nvPr>
            <p:ph type="body" idx="1"/>
          </p:nvPr>
        </p:nvSpPr>
        <p:spPr>
          <a:xfrm>
            <a:off x="2735144" y="1286346"/>
            <a:ext cx="6721714" cy="4699000"/>
          </a:xfrm>
          <a:prstGeom prst="rect">
            <a:avLst/>
          </a:prstGeom>
          <a:noFill/>
          <a:ln>
            <a:noFill/>
          </a:ln>
        </p:spPr>
        <p:txBody>
          <a:bodyPr spcFirstLastPara="1" wrap="square" lIns="91425" tIns="45700" rIns="91425" bIns="45700" anchor="ctr" anchorCtr="0">
            <a:normAutofit/>
          </a:bodyPr>
          <a:lstStyle>
            <a:lvl1pPr marL="457200" lvl="0" indent="-368300" algn="just">
              <a:lnSpc>
                <a:spcPct val="90000"/>
              </a:lnSpc>
              <a:spcBef>
                <a:spcPts val="1000"/>
              </a:spcBef>
              <a:spcAft>
                <a:spcPts val="0"/>
              </a:spcAft>
              <a:buClr>
                <a:schemeClr val="dk1"/>
              </a:buClr>
              <a:buSzPts val="2200"/>
              <a:buFont typeface="Calibri"/>
              <a:buAutoNum type="arabicPeriod"/>
              <a:defRPr sz="2200">
                <a:latin typeface="Arial"/>
                <a:ea typeface="Arial"/>
                <a:cs typeface="Arial"/>
                <a:sym typeface="Arial"/>
              </a:defRPr>
            </a:lvl1pPr>
            <a:lvl2pPr marL="914400" lvl="1" indent="-381000" algn="ctr">
              <a:lnSpc>
                <a:spcPct val="90000"/>
              </a:lnSpc>
              <a:spcBef>
                <a:spcPts val="500"/>
              </a:spcBef>
              <a:spcAft>
                <a:spcPts val="0"/>
              </a:spcAft>
              <a:buClr>
                <a:schemeClr val="dk1"/>
              </a:buClr>
              <a:buSzPts val="2400"/>
              <a:buFont typeface="Calibri"/>
              <a:buAutoNum type="arabicPeriod"/>
              <a:defRPr>
                <a:latin typeface="Arial"/>
                <a:ea typeface="Arial"/>
                <a:cs typeface="Arial"/>
                <a:sym typeface="Arial"/>
              </a:defRPr>
            </a:lvl2pPr>
            <a:lvl3pPr marL="1371600" lvl="2" indent="-355600" algn="ctr">
              <a:lnSpc>
                <a:spcPct val="90000"/>
              </a:lnSpc>
              <a:spcBef>
                <a:spcPts val="500"/>
              </a:spcBef>
              <a:spcAft>
                <a:spcPts val="0"/>
              </a:spcAft>
              <a:buClr>
                <a:schemeClr val="dk1"/>
              </a:buClr>
              <a:buSzPts val="2000"/>
              <a:buFont typeface="Calibri"/>
              <a:buAutoNum type="arabicPeriod"/>
              <a:defRPr>
                <a:latin typeface="Arial"/>
                <a:ea typeface="Arial"/>
                <a:cs typeface="Arial"/>
                <a:sym typeface="Arial"/>
              </a:defRPr>
            </a:lvl3pPr>
            <a:lvl4pPr marL="1828800" lvl="3" indent="-342900" algn="ctr">
              <a:lnSpc>
                <a:spcPct val="90000"/>
              </a:lnSpc>
              <a:spcBef>
                <a:spcPts val="500"/>
              </a:spcBef>
              <a:spcAft>
                <a:spcPts val="0"/>
              </a:spcAft>
              <a:buClr>
                <a:schemeClr val="dk1"/>
              </a:buClr>
              <a:buSzPts val="1800"/>
              <a:buFont typeface="Calibri"/>
              <a:buAutoNum type="arabicPeriod"/>
              <a:defRPr>
                <a:latin typeface="Arial"/>
                <a:ea typeface="Arial"/>
                <a:cs typeface="Arial"/>
                <a:sym typeface="Arial"/>
              </a:defRPr>
            </a:lvl4pPr>
            <a:lvl5pPr marL="2286000" lvl="4" indent="-342900" algn="ctr">
              <a:lnSpc>
                <a:spcPct val="90000"/>
              </a:lnSpc>
              <a:spcBef>
                <a:spcPts val="500"/>
              </a:spcBef>
              <a:spcAft>
                <a:spcPts val="0"/>
              </a:spcAft>
              <a:buClr>
                <a:schemeClr val="dk1"/>
              </a:buClr>
              <a:buSzPts val="1800"/>
              <a:buFont typeface="Calibri"/>
              <a:buAutoNum type="arabicPeriod"/>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7" name="Google Shape;127;p16"/>
          <p:cNvSpPr/>
          <p:nvPr/>
        </p:nvSpPr>
        <p:spPr>
          <a:xfrm rot="10800000">
            <a:off x="0" y="0"/>
            <a:ext cx="715617" cy="616911"/>
          </a:xfrm>
          <a:prstGeom prst="triangle">
            <a:avLst>
              <a:gd name="adj" fmla="val 100000"/>
            </a:avLst>
          </a:prstGeom>
          <a:solidFill>
            <a:srgbClr val="0072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128" name="Google Shape;128;p16"/>
          <p:cNvGrpSpPr/>
          <p:nvPr/>
        </p:nvGrpSpPr>
        <p:grpSpPr>
          <a:xfrm>
            <a:off x="58527" y="40944"/>
            <a:ext cx="2869771" cy="886519"/>
            <a:chOff x="44879" y="27296"/>
            <a:chExt cx="2869771" cy="886519"/>
          </a:xfrm>
        </p:grpSpPr>
        <p:cxnSp>
          <p:nvCxnSpPr>
            <p:cNvPr id="129" name="Google Shape;129;p16"/>
            <p:cNvCxnSpPr/>
            <p:nvPr/>
          </p:nvCxnSpPr>
          <p:spPr>
            <a:xfrm rot="10800000">
              <a:off x="766351" y="34631"/>
              <a:ext cx="2148299" cy="0"/>
            </a:xfrm>
            <a:prstGeom prst="straightConnector1">
              <a:avLst/>
            </a:prstGeom>
            <a:noFill/>
            <a:ln w="38100" cap="flat" cmpd="sng">
              <a:solidFill>
                <a:srgbClr val="00C6FF"/>
              </a:solidFill>
              <a:prstDash val="solid"/>
              <a:miter lim="800000"/>
              <a:headEnd type="none" w="sm" len="sm"/>
              <a:tailEnd type="none" w="sm" len="sm"/>
            </a:ln>
          </p:spPr>
        </p:cxnSp>
        <p:cxnSp>
          <p:nvCxnSpPr>
            <p:cNvPr id="130" name="Google Shape;130;p16"/>
            <p:cNvCxnSpPr/>
            <p:nvPr/>
          </p:nvCxnSpPr>
          <p:spPr>
            <a:xfrm flipH="1">
              <a:off x="44879" y="27296"/>
              <a:ext cx="737495" cy="644210"/>
            </a:xfrm>
            <a:prstGeom prst="straightConnector1">
              <a:avLst/>
            </a:prstGeom>
            <a:noFill/>
            <a:ln w="38100" cap="flat" cmpd="sng">
              <a:solidFill>
                <a:srgbClr val="00C6FF"/>
              </a:solidFill>
              <a:prstDash val="solid"/>
              <a:miter lim="800000"/>
              <a:headEnd type="none" w="sm" len="sm"/>
              <a:tailEnd type="none" w="sm" len="sm"/>
            </a:ln>
          </p:spPr>
        </p:cxnSp>
        <p:cxnSp>
          <p:nvCxnSpPr>
            <p:cNvPr id="131" name="Google Shape;131;p16"/>
            <p:cNvCxnSpPr/>
            <p:nvPr/>
          </p:nvCxnSpPr>
          <p:spPr>
            <a:xfrm rot="10800000">
              <a:off x="52214" y="654128"/>
              <a:ext cx="0" cy="259687"/>
            </a:xfrm>
            <a:prstGeom prst="straightConnector1">
              <a:avLst/>
            </a:prstGeom>
            <a:noFill/>
            <a:ln w="38100" cap="flat" cmpd="sng">
              <a:solidFill>
                <a:srgbClr val="00C6FF"/>
              </a:solidFill>
              <a:prstDash val="solid"/>
              <a:miter lim="800000"/>
              <a:headEnd type="none" w="sm" len="sm"/>
              <a:tailEnd type="none" w="sm" len="sm"/>
            </a:ln>
          </p:spPr>
        </p:cxnSp>
      </p:grpSp>
      <p:pic>
        <p:nvPicPr>
          <p:cNvPr id="132" name="Google Shape;132;p16" descr="A picture containing clipart, vector graphics&#10;&#10;Description automatically generated"/>
          <p:cNvPicPr preferRelativeResize="0"/>
          <p:nvPr/>
        </p:nvPicPr>
        <p:blipFill rotWithShape="1">
          <a:blip r:embed="rId2">
            <a:alphaModFix/>
          </a:blip>
          <a:srcRect/>
          <a:stretch/>
        </p:blipFill>
        <p:spPr>
          <a:xfrm>
            <a:off x="412638" y="362637"/>
            <a:ext cx="544288" cy="450213"/>
          </a:xfrm>
          <a:prstGeom prst="rect">
            <a:avLst/>
          </a:prstGeom>
          <a:noFill/>
          <a:ln>
            <a:noFill/>
          </a:ln>
        </p:spPr>
      </p:pic>
      <p:sp>
        <p:nvSpPr>
          <p:cNvPr id="133" name="Google Shape;133;p16"/>
          <p:cNvSpPr txBox="1">
            <a:spLocks noGrp="1"/>
          </p:cNvSpPr>
          <p:nvPr>
            <p:ph type="dt" idx="10"/>
          </p:nvPr>
        </p:nvSpPr>
        <p:spPr>
          <a:xfrm>
            <a:off x="796022" y="6454635"/>
            <a:ext cx="2132276" cy="26684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i dung" type="obj">
  <p:cSld name="OBJECT">
    <p:spTree>
      <p:nvGrpSpPr>
        <p:cNvPr id="1" name="Shape 134"/>
        <p:cNvGrpSpPr/>
        <p:nvPr/>
      </p:nvGrpSpPr>
      <p:grpSpPr>
        <a:xfrm>
          <a:off x="0" y="0"/>
          <a:ext cx="0" cy="0"/>
          <a:chOff x="0" y="0"/>
          <a:chExt cx="0" cy="0"/>
        </a:xfrm>
      </p:grpSpPr>
      <p:sp>
        <p:nvSpPr>
          <p:cNvPr id="135" name="Google Shape;135;p17"/>
          <p:cNvSpPr/>
          <p:nvPr/>
        </p:nvSpPr>
        <p:spPr>
          <a:xfrm rot="10800000">
            <a:off x="-2" y="0"/>
            <a:ext cx="12192000" cy="6858000"/>
          </a:xfrm>
          <a:custGeom>
            <a:avLst/>
            <a:gdLst/>
            <a:ahLst/>
            <a:cxnLst/>
            <a:rect l="l" t="t" r="r" b="b"/>
            <a:pathLst>
              <a:path w="12192000" h="6858000" extrusionOk="0">
                <a:moveTo>
                  <a:pt x="0" y="616911"/>
                </a:moveTo>
                <a:lnTo>
                  <a:pt x="0" y="0"/>
                </a:lnTo>
                <a:lnTo>
                  <a:pt x="715617" y="0"/>
                </a:lnTo>
                <a:close/>
                <a:moveTo>
                  <a:pt x="12192000" y="6858000"/>
                </a:moveTo>
                <a:lnTo>
                  <a:pt x="11476383" y="6858000"/>
                </a:lnTo>
                <a:lnTo>
                  <a:pt x="12192000" y="6241089"/>
                </a:lnTo>
                <a:close/>
              </a:path>
            </a:pathLst>
          </a:custGeom>
          <a:blipFill rotWithShape="1">
            <a:blip r:embed="rId2">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6" name="Google Shape;136;p17"/>
          <p:cNvSpPr/>
          <p:nvPr/>
        </p:nvSpPr>
        <p:spPr>
          <a:xfrm rot="10800000">
            <a:off x="0" y="0"/>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137" name="Google Shape;137;p17"/>
          <p:cNvGrpSpPr/>
          <p:nvPr/>
        </p:nvGrpSpPr>
        <p:grpSpPr>
          <a:xfrm>
            <a:off x="58527" y="54292"/>
            <a:ext cx="2869771" cy="1563379"/>
            <a:chOff x="44879" y="27296"/>
            <a:chExt cx="2869771" cy="1563379"/>
          </a:xfrm>
        </p:grpSpPr>
        <p:cxnSp>
          <p:nvCxnSpPr>
            <p:cNvPr id="138" name="Google Shape;138;p17"/>
            <p:cNvCxnSpPr/>
            <p:nvPr/>
          </p:nvCxnSpPr>
          <p:spPr>
            <a:xfrm rot="10800000">
              <a:off x="766351" y="34631"/>
              <a:ext cx="2148299" cy="0"/>
            </a:xfrm>
            <a:prstGeom prst="straightConnector1">
              <a:avLst/>
            </a:prstGeom>
            <a:noFill/>
            <a:ln w="38100" cap="flat" cmpd="sng">
              <a:solidFill>
                <a:srgbClr val="00C6FF"/>
              </a:solidFill>
              <a:prstDash val="solid"/>
              <a:miter lim="800000"/>
              <a:headEnd type="none" w="sm" len="sm"/>
              <a:tailEnd type="none" w="sm" len="sm"/>
            </a:ln>
          </p:spPr>
        </p:cxnSp>
        <p:cxnSp>
          <p:nvCxnSpPr>
            <p:cNvPr id="139" name="Google Shape;139;p17"/>
            <p:cNvCxnSpPr/>
            <p:nvPr/>
          </p:nvCxnSpPr>
          <p:spPr>
            <a:xfrm flipH="1">
              <a:off x="44879" y="27296"/>
              <a:ext cx="737495" cy="644210"/>
            </a:xfrm>
            <a:prstGeom prst="straightConnector1">
              <a:avLst/>
            </a:prstGeom>
            <a:noFill/>
            <a:ln w="38100" cap="flat" cmpd="sng">
              <a:solidFill>
                <a:srgbClr val="00C6FF"/>
              </a:solidFill>
              <a:prstDash val="solid"/>
              <a:miter lim="800000"/>
              <a:headEnd type="none" w="sm" len="sm"/>
              <a:tailEnd type="none" w="sm" len="sm"/>
            </a:ln>
          </p:spPr>
        </p:cxnSp>
        <p:cxnSp>
          <p:nvCxnSpPr>
            <p:cNvPr id="140" name="Google Shape;140;p17"/>
            <p:cNvCxnSpPr/>
            <p:nvPr/>
          </p:nvCxnSpPr>
          <p:spPr>
            <a:xfrm rot="10800000">
              <a:off x="52214" y="654128"/>
              <a:ext cx="0" cy="936547"/>
            </a:xfrm>
            <a:prstGeom prst="straightConnector1">
              <a:avLst/>
            </a:prstGeom>
            <a:noFill/>
            <a:ln w="38100" cap="flat" cmpd="sng">
              <a:solidFill>
                <a:srgbClr val="00C6FF"/>
              </a:solidFill>
              <a:prstDash val="solid"/>
              <a:miter lim="800000"/>
              <a:headEnd type="none" w="sm" len="sm"/>
              <a:tailEnd type="none" w="sm" len="sm"/>
            </a:ln>
          </p:spPr>
        </p:cxnSp>
      </p:grpSp>
      <p:sp>
        <p:nvSpPr>
          <p:cNvPr id="141" name="Google Shape;141;p17"/>
          <p:cNvSpPr/>
          <p:nvPr/>
        </p:nvSpPr>
        <p:spPr>
          <a:xfrm>
            <a:off x="11476383" y="6241089"/>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2" name="Google Shape;142;p17"/>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rmAutofit/>
          </a:bodyPr>
          <a:lstStyle>
            <a:lvl1pPr lvl="0" algn="l">
              <a:lnSpc>
                <a:spcPct val="120000"/>
              </a:lnSpc>
              <a:spcBef>
                <a:spcPts val="200"/>
              </a:spcBef>
              <a:spcAft>
                <a:spcPts val="0"/>
              </a:spcAft>
              <a:buClr>
                <a:srgbClr val="0072FF"/>
              </a:buClr>
              <a:buSzPts val="4400"/>
              <a:buFont typeface="Times New Roman"/>
              <a:buNone/>
              <a:defRPr sz="4400"/>
            </a:lvl1pPr>
            <a:lvl2pPr lvl="1">
              <a:spcBef>
                <a:spcPts val="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3" name="Google Shape;143;p17"/>
          <p:cNvSpPr txBox="1">
            <a:spLocks noGrp="1"/>
          </p:cNvSpPr>
          <p:nvPr>
            <p:ph type="body" idx="1"/>
          </p:nvPr>
        </p:nvSpPr>
        <p:spPr>
          <a:xfrm>
            <a:off x="774145" y="1233824"/>
            <a:ext cx="10579654" cy="4943139"/>
          </a:xfrm>
          <a:prstGeom prst="rect">
            <a:avLst/>
          </a:prstGeom>
          <a:noFill/>
          <a:ln>
            <a:noFill/>
          </a:ln>
        </p:spPr>
        <p:txBody>
          <a:bodyPr spcFirstLastPara="1" wrap="square" lIns="91425" tIns="45700" rIns="91425" bIns="45700" anchor="t" anchorCtr="0">
            <a:normAutofit/>
          </a:bodyPr>
          <a:lstStyle>
            <a:lvl1pPr marL="457200" lvl="0" indent="-406400" algn="just">
              <a:lnSpc>
                <a:spcPct val="130000"/>
              </a:lnSpc>
              <a:spcBef>
                <a:spcPts val="300"/>
              </a:spcBef>
              <a:spcAft>
                <a:spcPts val="0"/>
              </a:spcAft>
              <a:buClr>
                <a:schemeClr val="dk1"/>
              </a:buClr>
              <a:buSzPts val="2800"/>
              <a:buChar char="•"/>
              <a:defRPr>
                <a:latin typeface="Arial"/>
                <a:ea typeface="Arial"/>
                <a:cs typeface="Arial"/>
                <a:sym typeface="Arial"/>
              </a:defRPr>
            </a:lvl1pPr>
            <a:lvl2pPr marL="914400" lvl="1" indent="-381000" algn="just">
              <a:lnSpc>
                <a:spcPct val="130000"/>
              </a:lnSpc>
              <a:spcBef>
                <a:spcPts val="300"/>
              </a:spcBef>
              <a:spcAft>
                <a:spcPts val="0"/>
              </a:spcAft>
              <a:buClr>
                <a:schemeClr val="dk1"/>
              </a:buClr>
              <a:buSzPts val="2400"/>
              <a:buChar char="•"/>
              <a:defRPr>
                <a:latin typeface="Arial"/>
                <a:ea typeface="Arial"/>
                <a:cs typeface="Arial"/>
                <a:sym typeface="Arial"/>
              </a:defRPr>
            </a:lvl2pPr>
            <a:lvl3pPr marL="1371600" lvl="2" indent="-355600" algn="just">
              <a:lnSpc>
                <a:spcPct val="130000"/>
              </a:lnSpc>
              <a:spcBef>
                <a:spcPts val="300"/>
              </a:spcBef>
              <a:spcAft>
                <a:spcPts val="0"/>
              </a:spcAft>
              <a:buClr>
                <a:schemeClr val="dk1"/>
              </a:buClr>
              <a:buSzPts val="2000"/>
              <a:buChar char="•"/>
              <a:defRPr>
                <a:latin typeface="Arial"/>
                <a:ea typeface="Arial"/>
                <a:cs typeface="Arial"/>
                <a:sym typeface="Arial"/>
              </a:defRPr>
            </a:lvl3pPr>
            <a:lvl4pPr marL="1828800" lvl="3" indent="-342900" algn="just">
              <a:lnSpc>
                <a:spcPct val="130000"/>
              </a:lnSpc>
              <a:spcBef>
                <a:spcPts val="300"/>
              </a:spcBef>
              <a:spcAft>
                <a:spcPts val="0"/>
              </a:spcAft>
              <a:buClr>
                <a:schemeClr val="dk1"/>
              </a:buClr>
              <a:buSzPts val="1800"/>
              <a:buChar char="•"/>
              <a:defRPr>
                <a:latin typeface="Arial"/>
                <a:ea typeface="Arial"/>
                <a:cs typeface="Arial"/>
                <a:sym typeface="Arial"/>
              </a:defRPr>
            </a:lvl4pPr>
            <a:lvl5pPr marL="2286000" lvl="4" indent="-342900" algn="just">
              <a:lnSpc>
                <a:spcPct val="130000"/>
              </a:lnSpc>
              <a:spcBef>
                <a:spcPts val="3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4" name="Google Shape;144;p17"/>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grpSp>
        <p:nvGrpSpPr>
          <p:cNvPr id="145" name="Google Shape;145;p17"/>
          <p:cNvGrpSpPr/>
          <p:nvPr/>
        </p:nvGrpSpPr>
        <p:grpSpPr>
          <a:xfrm>
            <a:off x="16026" y="4629289"/>
            <a:ext cx="434350" cy="2228711"/>
            <a:chOff x="16026" y="4629289"/>
            <a:chExt cx="434350" cy="2228711"/>
          </a:xfrm>
        </p:grpSpPr>
        <p:sp>
          <p:nvSpPr>
            <p:cNvPr id="146" name="Google Shape;146;p17"/>
            <p:cNvSpPr/>
            <p:nvPr/>
          </p:nvSpPr>
          <p:spPr>
            <a:xfrm>
              <a:off x="16026" y="4629289"/>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7" name="Google Shape;147;p17"/>
            <p:cNvSpPr/>
            <p:nvPr/>
          </p:nvSpPr>
          <p:spPr>
            <a:xfrm>
              <a:off x="16026" y="5005641"/>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8" name="Google Shape;148;p17"/>
            <p:cNvSpPr/>
            <p:nvPr/>
          </p:nvSpPr>
          <p:spPr>
            <a:xfrm>
              <a:off x="16026" y="5381993"/>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9" name="Google Shape;149;p17"/>
            <p:cNvSpPr/>
            <p:nvPr/>
          </p:nvSpPr>
          <p:spPr>
            <a:xfrm>
              <a:off x="16026" y="5758345"/>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0" name="Google Shape;150;p17"/>
            <p:cNvSpPr/>
            <p:nvPr/>
          </p:nvSpPr>
          <p:spPr>
            <a:xfrm>
              <a:off x="16026" y="6134697"/>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1" name="Google Shape;151;p17"/>
            <p:cNvSpPr/>
            <p:nvPr/>
          </p:nvSpPr>
          <p:spPr>
            <a:xfrm>
              <a:off x="16026" y="6511050"/>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52" name="Google Shape;152;p17"/>
          <p:cNvSpPr txBox="1">
            <a:spLocks noGrp="1"/>
          </p:cNvSpPr>
          <p:nvPr>
            <p:ph type="dt" idx="10"/>
          </p:nvPr>
        </p:nvSpPr>
        <p:spPr>
          <a:xfrm>
            <a:off x="6447446" y="6475620"/>
            <a:ext cx="2090098" cy="26311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3" name="Google Shape;153;p17"/>
          <p:cNvSpPr/>
          <p:nvPr/>
        </p:nvSpPr>
        <p:spPr>
          <a:xfrm>
            <a:off x="11589537" y="105878"/>
            <a:ext cx="489307" cy="405155"/>
          </a:xfrm>
          <a:custGeom>
            <a:avLst/>
            <a:gdLst/>
            <a:ahLst/>
            <a:cxnLst/>
            <a:rect l="l" t="t" r="r" b="b"/>
            <a:pathLst>
              <a:path w="489307" h="405155" extrusionOk="0">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4" name="Google Shape;154;p17"/>
          <p:cNvSpPr/>
          <p:nvPr/>
        </p:nvSpPr>
        <p:spPr>
          <a:xfrm>
            <a:off x="92963" y="6542941"/>
            <a:ext cx="280476" cy="28047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Arial"/>
              <a:ea typeface="Arial"/>
              <a:cs typeface="Arial"/>
              <a:sym typeface="Arial"/>
            </a:endParaRPr>
          </a:p>
        </p:txBody>
      </p:sp>
      <p:sp>
        <p:nvSpPr>
          <p:cNvPr id="155" name="Google Shape;155;p17"/>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700">
                <a:solidFill>
                  <a:schemeClr val="dk1"/>
                </a:solidFill>
                <a:latin typeface="Arial"/>
                <a:ea typeface="Arial"/>
                <a:cs typeface="Arial"/>
                <a:sym typeface="Arial"/>
              </a:defRPr>
            </a:lvl1pPr>
            <a:lvl2pPr marL="0" lvl="1" indent="0" algn="ctr">
              <a:spcBef>
                <a:spcPts val="0"/>
              </a:spcBef>
              <a:buNone/>
              <a:defRPr sz="700">
                <a:solidFill>
                  <a:schemeClr val="dk1"/>
                </a:solidFill>
                <a:latin typeface="Arial"/>
                <a:ea typeface="Arial"/>
                <a:cs typeface="Arial"/>
                <a:sym typeface="Arial"/>
              </a:defRPr>
            </a:lvl2pPr>
            <a:lvl3pPr marL="0" lvl="2" indent="0" algn="ctr">
              <a:spcBef>
                <a:spcPts val="0"/>
              </a:spcBef>
              <a:buNone/>
              <a:defRPr sz="700">
                <a:solidFill>
                  <a:schemeClr val="dk1"/>
                </a:solidFill>
                <a:latin typeface="Arial"/>
                <a:ea typeface="Arial"/>
                <a:cs typeface="Arial"/>
                <a:sym typeface="Arial"/>
              </a:defRPr>
            </a:lvl3pPr>
            <a:lvl4pPr marL="0" lvl="3" indent="0" algn="ctr">
              <a:spcBef>
                <a:spcPts val="0"/>
              </a:spcBef>
              <a:buNone/>
              <a:defRPr sz="700">
                <a:solidFill>
                  <a:schemeClr val="dk1"/>
                </a:solidFill>
                <a:latin typeface="Arial"/>
                <a:ea typeface="Arial"/>
                <a:cs typeface="Arial"/>
                <a:sym typeface="Arial"/>
              </a:defRPr>
            </a:lvl4pPr>
            <a:lvl5pPr marL="0" lvl="4" indent="0" algn="ctr">
              <a:spcBef>
                <a:spcPts val="0"/>
              </a:spcBef>
              <a:buNone/>
              <a:defRPr sz="700">
                <a:solidFill>
                  <a:schemeClr val="dk1"/>
                </a:solidFill>
                <a:latin typeface="Arial"/>
                <a:ea typeface="Arial"/>
                <a:cs typeface="Arial"/>
                <a:sym typeface="Arial"/>
              </a:defRPr>
            </a:lvl5pPr>
            <a:lvl6pPr marL="0" lvl="5" indent="0" algn="ctr">
              <a:spcBef>
                <a:spcPts val="0"/>
              </a:spcBef>
              <a:buNone/>
              <a:defRPr sz="700">
                <a:solidFill>
                  <a:schemeClr val="dk1"/>
                </a:solidFill>
                <a:latin typeface="Arial"/>
                <a:ea typeface="Arial"/>
                <a:cs typeface="Arial"/>
                <a:sym typeface="Arial"/>
              </a:defRPr>
            </a:lvl6pPr>
            <a:lvl7pPr marL="0" lvl="6" indent="0" algn="ctr">
              <a:spcBef>
                <a:spcPts val="0"/>
              </a:spcBef>
              <a:buNone/>
              <a:defRPr sz="700">
                <a:solidFill>
                  <a:schemeClr val="dk1"/>
                </a:solidFill>
                <a:latin typeface="Arial"/>
                <a:ea typeface="Arial"/>
                <a:cs typeface="Arial"/>
                <a:sym typeface="Arial"/>
              </a:defRPr>
            </a:lvl7pPr>
            <a:lvl8pPr marL="0" lvl="7" indent="0" algn="ctr">
              <a:spcBef>
                <a:spcPts val="0"/>
              </a:spcBef>
              <a:buNone/>
              <a:defRPr sz="700">
                <a:solidFill>
                  <a:schemeClr val="dk1"/>
                </a:solidFill>
                <a:latin typeface="Arial"/>
                <a:ea typeface="Arial"/>
                <a:cs typeface="Arial"/>
                <a:sym typeface="Arial"/>
              </a:defRPr>
            </a:lvl8pPr>
            <a:lvl9pPr marL="0" lvl="8" indent="0" algn="ctr">
              <a:spcBef>
                <a:spcPts val="0"/>
              </a:spcBef>
              <a:buNone/>
              <a:defRPr sz="700">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vi-VN"/>
              <a:t>‹#›</a:t>
            </a:fld>
            <a:endParaRPr/>
          </a:p>
        </p:txBody>
      </p:sp>
      <p:grpSp>
        <p:nvGrpSpPr>
          <p:cNvPr id="156" name="Google Shape;156;p17"/>
          <p:cNvGrpSpPr/>
          <p:nvPr/>
        </p:nvGrpSpPr>
        <p:grpSpPr>
          <a:xfrm rot="10800000">
            <a:off x="9265363" y="5246044"/>
            <a:ext cx="2869771" cy="1563379"/>
            <a:chOff x="44879" y="27296"/>
            <a:chExt cx="2869771" cy="1563379"/>
          </a:xfrm>
        </p:grpSpPr>
        <p:cxnSp>
          <p:nvCxnSpPr>
            <p:cNvPr id="157" name="Google Shape;157;p17"/>
            <p:cNvCxnSpPr/>
            <p:nvPr/>
          </p:nvCxnSpPr>
          <p:spPr>
            <a:xfrm rot="10800000">
              <a:off x="766351" y="34631"/>
              <a:ext cx="2148299" cy="0"/>
            </a:xfrm>
            <a:prstGeom prst="straightConnector1">
              <a:avLst/>
            </a:prstGeom>
            <a:noFill/>
            <a:ln w="38100" cap="flat" cmpd="sng">
              <a:solidFill>
                <a:srgbClr val="00C6FF"/>
              </a:solidFill>
              <a:prstDash val="solid"/>
              <a:miter lim="800000"/>
              <a:headEnd type="none" w="sm" len="sm"/>
              <a:tailEnd type="none" w="sm" len="sm"/>
            </a:ln>
          </p:spPr>
        </p:cxnSp>
        <p:cxnSp>
          <p:nvCxnSpPr>
            <p:cNvPr id="158" name="Google Shape;158;p17"/>
            <p:cNvCxnSpPr/>
            <p:nvPr/>
          </p:nvCxnSpPr>
          <p:spPr>
            <a:xfrm flipH="1">
              <a:off x="44879" y="27296"/>
              <a:ext cx="737495" cy="644210"/>
            </a:xfrm>
            <a:prstGeom prst="straightConnector1">
              <a:avLst/>
            </a:prstGeom>
            <a:noFill/>
            <a:ln w="38100" cap="flat" cmpd="sng">
              <a:solidFill>
                <a:srgbClr val="00C6FF"/>
              </a:solidFill>
              <a:prstDash val="solid"/>
              <a:miter lim="800000"/>
              <a:headEnd type="none" w="sm" len="sm"/>
              <a:tailEnd type="none" w="sm" len="sm"/>
            </a:ln>
          </p:spPr>
        </p:cxnSp>
        <p:cxnSp>
          <p:nvCxnSpPr>
            <p:cNvPr id="159" name="Google Shape;159;p17"/>
            <p:cNvCxnSpPr/>
            <p:nvPr/>
          </p:nvCxnSpPr>
          <p:spPr>
            <a:xfrm rot="10800000">
              <a:off x="52214" y="654128"/>
              <a:ext cx="0" cy="936547"/>
            </a:xfrm>
            <a:prstGeom prst="straightConnector1">
              <a:avLst/>
            </a:prstGeom>
            <a:noFill/>
            <a:ln w="38100" cap="flat" cmpd="sng">
              <a:solidFill>
                <a:srgbClr val="00C6FF"/>
              </a:solidFill>
              <a:prstDash val="solid"/>
              <a:miter lim="800000"/>
              <a:headEnd type="none" w="sm" len="sm"/>
              <a:tailEnd type="none" w="sm" len="sm"/>
            </a:ln>
          </p:spPr>
        </p:cxn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rang trống" type="blank">
  <p:cSld name="BLANK">
    <p:spTree>
      <p:nvGrpSpPr>
        <p:cNvPr id="1" name="Shape 160"/>
        <p:cNvGrpSpPr/>
        <p:nvPr/>
      </p:nvGrpSpPr>
      <p:grpSpPr>
        <a:xfrm>
          <a:off x="0" y="0"/>
          <a:ext cx="0" cy="0"/>
          <a:chOff x="0" y="0"/>
          <a:chExt cx="0" cy="0"/>
        </a:xfrm>
      </p:grpSpPr>
      <p:sp>
        <p:nvSpPr>
          <p:cNvPr id="161" name="Google Shape;161;p18"/>
          <p:cNvSpPr txBox="1">
            <a:spLocks noGrp="1"/>
          </p:cNvSpPr>
          <p:nvPr>
            <p:ph type="ftr" idx="11"/>
          </p:nvPr>
        </p:nvSpPr>
        <p:spPr>
          <a:xfrm>
            <a:off x="3684104" y="6481647"/>
            <a:ext cx="4823792" cy="23982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2" name="Google Shape;162;p18"/>
          <p:cNvSpPr/>
          <p:nvPr/>
        </p:nvSpPr>
        <p:spPr>
          <a:xfrm rot="10800000">
            <a:off x="-2" y="0"/>
            <a:ext cx="12192000" cy="6858000"/>
          </a:xfrm>
          <a:custGeom>
            <a:avLst/>
            <a:gdLst/>
            <a:ahLst/>
            <a:cxnLst/>
            <a:rect l="l" t="t" r="r" b="b"/>
            <a:pathLst>
              <a:path w="12192000" h="6858000" extrusionOk="0">
                <a:moveTo>
                  <a:pt x="0" y="616911"/>
                </a:moveTo>
                <a:lnTo>
                  <a:pt x="0" y="0"/>
                </a:lnTo>
                <a:lnTo>
                  <a:pt x="715617" y="0"/>
                </a:lnTo>
                <a:close/>
                <a:moveTo>
                  <a:pt x="12192000" y="6858000"/>
                </a:moveTo>
                <a:lnTo>
                  <a:pt x="11476383" y="6858000"/>
                </a:lnTo>
                <a:lnTo>
                  <a:pt x="12192000" y="6241089"/>
                </a:lnTo>
                <a:close/>
              </a:path>
            </a:pathLst>
          </a:custGeom>
          <a:blipFill rotWithShape="1">
            <a:blip r:embed="rId2">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3" name="Google Shape;163;p18"/>
          <p:cNvSpPr/>
          <p:nvPr/>
        </p:nvSpPr>
        <p:spPr>
          <a:xfrm rot="10800000">
            <a:off x="0" y="0"/>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164" name="Google Shape;164;p18"/>
          <p:cNvGrpSpPr/>
          <p:nvPr/>
        </p:nvGrpSpPr>
        <p:grpSpPr>
          <a:xfrm>
            <a:off x="58527" y="40944"/>
            <a:ext cx="2869771" cy="1563379"/>
            <a:chOff x="44879" y="27296"/>
            <a:chExt cx="2869771" cy="1563379"/>
          </a:xfrm>
        </p:grpSpPr>
        <p:cxnSp>
          <p:nvCxnSpPr>
            <p:cNvPr id="165" name="Google Shape;165;p18"/>
            <p:cNvCxnSpPr/>
            <p:nvPr/>
          </p:nvCxnSpPr>
          <p:spPr>
            <a:xfrm rot="10800000">
              <a:off x="766351" y="34631"/>
              <a:ext cx="2148299" cy="0"/>
            </a:xfrm>
            <a:prstGeom prst="straightConnector1">
              <a:avLst/>
            </a:prstGeom>
            <a:noFill/>
            <a:ln w="38100" cap="flat" cmpd="sng">
              <a:solidFill>
                <a:srgbClr val="00C6FF"/>
              </a:solidFill>
              <a:prstDash val="solid"/>
              <a:miter lim="800000"/>
              <a:headEnd type="none" w="sm" len="sm"/>
              <a:tailEnd type="none" w="sm" len="sm"/>
            </a:ln>
          </p:spPr>
        </p:cxnSp>
        <p:cxnSp>
          <p:nvCxnSpPr>
            <p:cNvPr id="166" name="Google Shape;166;p18"/>
            <p:cNvCxnSpPr/>
            <p:nvPr/>
          </p:nvCxnSpPr>
          <p:spPr>
            <a:xfrm flipH="1">
              <a:off x="44879" y="27296"/>
              <a:ext cx="737495" cy="644210"/>
            </a:xfrm>
            <a:prstGeom prst="straightConnector1">
              <a:avLst/>
            </a:prstGeom>
            <a:noFill/>
            <a:ln w="38100" cap="flat" cmpd="sng">
              <a:solidFill>
                <a:srgbClr val="00C6FF"/>
              </a:solidFill>
              <a:prstDash val="solid"/>
              <a:miter lim="800000"/>
              <a:headEnd type="none" w="sm" len="sm"/>
              <a:tailEnd type="none" w="sm" len="sm"/>
            </a:ln>
          </p:spPr>
        </p:cxnSp>
        <p:cxnSp>
          <p:nvCxnSpPr>
            <p:cNvPr id="167" name="Google Shape;167;p18"/>
            <p:cNvCxnSpPr/>
            <p:nvPr/>
          </p:nvCxnSpPr>
          <p:spPr>
            <a:xfrm rot="10800000">
              <a:off x="52214" y="654128"/>
              <a:ext cx="0" cy="936547"/>
            </a:xfrm>
            <a:prstGeom prst="straightConnector1">
              <a:avLst/>
            </a:prstGeom>
            <a:noFill/>
            <a:ln w="38100" cap="flat" cmpd="sng">
              <a:solidFill>
                <a:srgbClr val="00C6FF"/>
              </a:solidFill>
              <a:prstDash val="solid"/>
              <a:miter lim="800000"/>
              <a:headEnd type="none" w="sm" len="sm"/>
              <a:tailEnd type="none" w="sm" len="sm"/>
            </a:ln>
          </p:spPr>
        </p:cxnSp>
      </p:grpSp>
      <p:sp>
        <p:nvSpPr>
          <p:cNvPr id="168" name="Google Shape;168;p18"/>
          <p:cNvSpPr/>
          <p:nvPr/>
        </p:nvSpPr>
        <p:spPr>
          <a:xfrm>
            <a:off x="11476383" y="6241089"/>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169" name="Google Shape;169;p18"/>
          <p:cNvGrpSpPr/>
          <p:nvPr/>
        </p:nvGrpSpPr>
        <p:grpSpPr>
          <a:xfrm rot="10800000">
            <a:off x="9263702" y="5253677"/>
            <a:ext cx="2869771" cy="1563379"/>
            <a:chOff x="44879" y="27296"/>
            <a:chExt cx="2869771" cy="1563379"/>
          </a:xfrm>
        </p:grpSpPr>
        <p:cxnSp>
          <p:nvCxnSpPr>
            <p:cNvPr id="170" name="Google Shape;170;p18"/>
            <p:cNvCxnSpPr/>
            <p:nvPr/>
          </p:nvCxnSpPr>
          <p:spPr>
            <a:xfrm rot="10800000">
              <a:off x="766351" y="34631"/>
              <a:ext cx="2148299" cy="0"/>
            </a:xfrm>
            <a:prstGeom prst="straightConnector1">
              <a:avLst/>
            </a:prstGeom>
            <a:noFill/>
            <a:ln w="38100" cap="rnd" cmpd="sng">
              <a:solidFill>
                <a:srgbClr val="00C6FF"/>
              </a:solidFill>
              <a:prstDash val="solid"/>
              <a:round/>
              <a:headEnd type="none" w="sm" len="sm"/>
              <a:tailEnd type="none" w="sm" len="sm"/>
            </a:ln>
          </p:spPr>
        </p:cxnSp>
        <p:cxnSp>
          <p:nvCxnSpPr>
            <p:cNvPr id="171" name="Google Shape;171;p18"/>
            <p:cNvCxnSpPr/>
            <p:nvPr/>
          </p:nvCxnSpPr>
          <p:spPr>
            <a:xfrm flipH="1">
              <a:off x="44879" y="27296"/>
              <a:ext cx="737495" cy="644210"/>
            </a:xfrm>
            <a:prstGeom prst="straightConnector1">
              <a:avLst/>
            </a:prstGeom>
            <a:noFill/>
            <a:ln w="38100" cap="rnd" cmpd="sng">
              <a:solidFill>
                <a:srgbClr val="00C6FF"/>
              </a:solidFill>
              <a:prstDash val="solid"/>
              <a:round/>
              <a:headEnd type="none" w="sm" len="sm"/>
              <a:tailEnd type="none" w="sm" len="sm"/>
            </a:ln>
          </p:spPr>
        </p:cxnSp>
        <p:cxnSp>
          <p:nvCxnSpPr>
            <p:cNvPr id="172" name="Google Shape;172;p18"/>
            <p:cNvCxnSpPr/>
            <p:nvPr/>
          </p:nvCxnSpPr>
          <p:spPr>
            <a:xfrm rot="10800000">
              <a:off x="52214" y="654128"/>
              <a:ext cx="0" cy="936547"/>
            </a:xfrm>
            <a:prstGeom prst="straightConnector1">
              <a:avLst/>
            </a:prstGeom>
            <a:noFill/>
            <a:ln w="38100" cap="rnd" cmpd="sng">
              <a:solidFill>
                <a:srgbClr val="00C6FF"/>
              </a:solidFill>
              <a:prstDash val="solid"/>
              <a:round/>
              <a:headEnd type="none" w="sm" len="sm"/>
              <a:tailEnd type="none" w="sm" len="sm"/>
            </a:ln>
          </p:spPr>
        </p:cxnSp>
      </p:grpSp>
      <p:sp>
        <p:nvSpPr>
          <p:cNvPr id="173" name="Google Shape;173;p18"/>
          <p:cNvSpPr/>
          <p:nvPr/>
        </p:nvSpPr>
        <p:spPr>
          <a:xfrm>
            <a:off x="11926541" y="6589084"/>
            <a:ext cx="233916" cy="23391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Arial"/>
              <a:ea typeface="Arial"/>
              <a:cs typeface="Arial"/>
              <a:sym typeface="Arial"/>
            </a:endParaRPr>
          </a:p>
        </p:txBody>
      </p:sp>
      <p:sp>
        <p:nvSpPr>
          <p:cNvPr id="174" name="Google Shape;174;p18"/>
          <p:cNvSpPr/>
          <p:nvPr/>
        </p:nvSpPr>
        <p:spPr>
          <a:xfrm>
            <a:off x="16026" y="4629289"/>
            <a:ext cx="434350" cy="346950"/>
          </a:xfrm>
          <a:prstGeom prst="rect">
            <a:avLst/>
          </a:prstGeom>
          <a:gradFill>
            <a:gsLst>
              <a:gs pos="0">
                <a:srgbClr val="0072FF"/>
              </a:gs>
              <a:gs pos="100000">
                <a:srgbClr val="00C6FF"/>
              </a:gs>
            </a:gsLst>
            <a:lin ang="2700000" scaled="0"/>
          </a:gradFill>
          <a:ln w="12700" cap="flat" cmpd="sng">
            <a:solidFill>
              <a:srgbClr val="0072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5" name="Google Shape;175;p18"/>
          <p:cNvSpPr/>
          <p:nvPr/>
        </p:nvSpPr>
        <p:spPr>
          <a:xfrm>
            <a:off x="16026" y="5005641"/>
            <a:ext cx="434350" cy="346950"/>
          </a:xfrm>
          <a:prstGeom prst="rect">
            <a:avLst/>
          </a:prstGeom>
          <a:gradFill>
            <a:gsLst>
              <a:gs pos="0">
                <a:srgbClr val="0072FF"/>
              </a:gs>
              <a:gs pos="100000">
                <a:srgbClr val="00C6FF"/>
              </a:gs>
            </a:gsLst>
            <a:lin ang="2700000" scaled="0"/>
          </a:gradFill>
          <a:ln w="12700" cap="flat" cmpd="sng">
            <a:solidFill>
              <a:srgbClr val="0072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6" name="Google Shape;176;p18"/>
          <p:cNvSpPr/>
          <p:nvPr/>
        </p:nvSpPr>
        <p:spPr>
          <a:xfrm>
            <a:off x="16026" y="5381993"/>
            <a:ext cx="434350" cy="346950"/>
          </a:xfrm>
          <a:prstGeom prst="rect">
            <a:avLst/>
          </a:prstGeom>
          <a:gradFill>
            <a:gsLst>
              <a:gs pos="0">
                <a:srgbClr val="0072FF"/>
              </a:gs>
              <a:gs pos="100000">
                <a:srgbClr val="00C6FF"/>
              </a:gs>
            </a:gsLst>
            <a:lin ang="2700000" scaled="0"/>
          </a:gradFill>
          <a:ln w="12700" cap="flat" cmpd="sng">
            <a:solidFill>
              <a:srgbClr val="0072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7" name="Google Shape;177;p18"/>
          <p:cNvSpPr/>
          <p:nvPr/>
        </p:nvSpPr>
        <p:spPr>
          <a:xfrm>
            <a:off x="16026" y="5758345"/>
            <a:ext cx="434350" cy="346950"/>
          </a:xfrm>
          <a:prstGeom prst="rect">
            <a:avLst/>
          </a:prstGeom>
          <a:noFill/>
          <a:ln w="12700" cap="flat" cmpd="sng">
            <a:solidFill>
              <a:srgbClr val="0072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8" name="Google Shape;178;p18"/>
          <p:cNvSpPr/>
          <p:nvPr/>
        </p:nvSpPr>
        <p:spPr>
          <a:xfrm>
            <a:off x="16026" y="6134697"/>
            <a:ext cx="434350" cy="346950"/>
          </a:xfrm>
          <a:prstGeom prst="rect">
            <a:avLst/>
          </a:prstGeom>
          <a:noFill/>
          <a:ln w="12700" cap="flat" cmpd="sng">
            <a:solidFill>
              <a:srgbClr val="0072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9" name="Google Shape;179;p18"/>
          <p:cNvSpPr/>
          <p:nvPr/>
        </p:nvSpPr>
        <p:spPr>
          <a:xfrm>
            <a:off x="16026" y="6511050"/>
            <a:ext cx="434350" cy="346950"/>
          </a:xfrm>
          <a:prstGeom prst="rect">
            <a:avLst/>
          </a:prstGeom>
          <a:noFill/>
          <a:ln w="12700" cap="flat" cmpd="sng">
            <a:solidFill>
              <a:srgbClr val="0072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80" name="Google Shape;180;p18" descr="A picture containing clipart, vector graphics&#10;&#10;Description automatically generated"/>
          <p:cNvPicPr preferRelativeResize="0"/>
          <p:nvPr/>
        </p:nvPicPr>
        <p:blipFill rotWithShape="1">
          <a:blip r:embed="rId3">
            <a:alphaModFix/>
          </a:blip>
          <a:srcRect/>
          <a:stretch/>
        </p:blipFill>
        <p:spPr>
          <a:xfrm>
            <a:off x="412638" y="362637"/>
            <a:ext cx="544288" cy="450213"/>
          </a:xfrm>
          <a:prstGeom prst="rect">
            <a:avLst/>
          </a:prstGeom>
          <a:noFill/>
          <a:ln>
            <a:noFill/>
          </a:ln>
        </p:spPr>
      </p:pic>
      <p:sp>
        <p:nvSpPr>
          <p:cNvPr id="181" name="Google Shape;181;p18"/>
          <p:cNvSpPr txBox="1">
            <a:spLocks noGrp="1"/>
          </p:cNvSpPr>
          <p:nvPr>
            <p:ph type="sldNum" idx="12"/>
          </p:nvPr>
        </p:nvSpPr>
        <p:spPr>
          <a:xfrm>
            <a:off x="11897699" y="6560242"/>
            <a:ext cx="291600" cy="2916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700">
                <a:solidFill>
                  <a:schemeClr val="dk1"/>
                </a:solidFill>
                <a:latin typeface="Arial"/>
                <a:ea typeface="Arial"/>
                <a:cs typeface="Arial"/>
                <a:sym typeface="Arial"/>
              </a:defRPr>
            </a:lvl1pPr>
            <a:lvl2pPr marL="0" lvl="1" indent="0" algn="ctr">
              <a:spcBef>
                <a:spcPts val="0"/>
              </a:spcBef>
              <a:buNone/>
              <a:defRPr sz="700">
                <a:solidFill>
                  <a:schemeClr val="dk1"/>
                </a:solidFill>
                <a:latin typeface="Arial"/>
                <a:ea typeface="Arial"/>
                <a:cs typeface="Arial"/>
                <a:sym typeface="Arial"/>
              </a:defRPr>
            </a:lvl2pPr>
            <a:lvl3pPr marL="0" lvl="2" indent="0" algn="ctr">
              <a:spcBef>
                <a:spcPts val="0"/>
              </a:spcBef>
              <a:buNone/>
              <a:defRPr sz="700">
                <a:solidFill>
                  <a:schemeClr val="dk1"/>
                </a:solidFill>
                <a:latin typeface="Arial"/>
                <a:ea typeface="Arial"/>
                <a:cs typeface="Arial"/>
                <a:sym typeface="Arial"/>
              </a:defRPr>
            </a:lvl3pPr>
            <a:lvl4pPr marL="0" lvl="3" indent="0" algn="ctr">
              <a:spcBef>
                <a:spcPts val="0"/>
              </a:spcBef>
              <a:buNone/>
              <a:defRPr sz="700">
                <a:solidFill>
                  <a:schemeClr val="dk1"/>
                </a:solidFill>
                <a:latin typeface="Arial"/>
                <a:ea typeface="Arial"/>
                <a:cs typeface="Arial"/>
                <a:sym typeface="Arial"/>
              </a:defRPr>
            </a:lvl4pPr>
            <a:lvl5pPr marL="0" lvl="4" indent="0" algn="ctr">
              <a:spcBef>
                <a:spcPts val="0"/>
              </a:spcBef>
              <a:buNone/>
              <a:defRPr sz="700">
                <a:solidFill>
                  <a:schemeClr val="dk1"/>
                </a:solidFill>
                <a:latin typeface="Arial"/>
                <a:ea typeface="Arial"/>
                <a:cs typeface="Arial"/>
                <a:sym typeface="Arial"/>
              </a:defRPr>
            </a:lvl5pPr>
            <a:lvl6pPr marL="0" lvl="5" indent="0" algn="ctr">
              <a:spcBef>
                <a:spcPts val="0"/>
              </a:spcBef>
              <a:buNone/>
              <a:defRPr sz="700">
                <a:solidFill>
                  <a:schemeClr val="dk1"/>
                </a:solidFill>
                <a:latin typeface="Arial"/>
                <a:ea typeface="Arial"/>
                <a:cs typeface="Arial"/>
                <a:sym typeface="Arial"/>
              </a:defRPr>
            </a:lvl6pPr>
            <a:lvl7pPr marL="0" lvl="6" indent="0" algn="ctr">
              <a:spcBef>
                <a:spcPts val="0"/>
              </a:spcBef>
              <a:buNone/>
              <a:defRPr sz="700">
                <a:solidFill>
                  <a:schemeClr val="dk1"/>
                </a:solidFill>
                <a:latin typeface="Arial"/>
                <a:ea typeface="Arial"/>
                <a:cs typeface="Arial"/>
                <a:sym typeface="Arial"/>
              </a:defRPr>
            </a:lvl7pPr>
            <a:lvl8pPr marL="0" lvl="7" indent="0" algn="ctr">
              <a:spcBef>
                <a:spcPts val="0"/>
              </a:spcBef>
              <a:buNone/>
              <a:defRPr sz="700">
                <a:solidFill>
                  <a:schemeClr val="dk1"/>
                </a:solidFill>
                <a:latin typeface="Arial"/>
                <a:ea typeface="Arial"/>
                <a:cs typeface="Arial"/>
                <a:sym typeface="Arial"/>
              </a:defRPr>
            </a:lvl8pPr>
            <a:lvl9pPr marL="0" lvl="8" indent="0" algn="ctr">
              <a:spcBef>
                <a:spcPts val="0"/>
              </a:spcBef>
              <a:buNone/>
              <a:defRPr sz="700">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vi-VN"/>
              <a:t>‹#›</a:t>
            </a:fld>
            <a:endParaRPr/>
          </a:p>
        </p:txBody>
      </p:sp>
      <p:sp>
        <p:nvSpPr>
          <p:cNvPr id="182" name="Google Shape;182;p18"/>
          <p:cNvSpPr txBox="1">
            <a:spLocks noGrp="1"/>
          </p:cNvSpPr>
          <p:nvPr>
            <p:ph type="dt" idx="10"/>
          </p:nvPr>
        </p:nvSpPr>
        <p:spPr>
          <a:xfrm>
            <a:off x="838200" y="6481647"/>
            <a:ext cx="2148299" cy="23982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3_Tiêu đề chương">
  <p:cSld name="3_Tiêu đề chương">
    <p:spTree>
      <p:nvGrpSpPr>
        <p:cNvPr id="1" name="Shape 183"/>
        <p:cNvGrpSpPr/>
        <p:nvPr/>
      </p:nvGrpSpPr>
      <p:grpSpPr>
        <a:xfrm>
          <a:off x="0" y="0"/>
          <a:ext cx="0" cy="0"/>
          <a:chOff x="0" y="0"/>
          <a:chExt cx="0" cy="0"/>
        </a:xfrm>
      </p:grpSpPr>
      <p:pic>
        <p:nvPicPr>
          <p:cNvPr id="184" name="Google Shape;184;p19" descr="Background pattern&#10;&#10;Description automatically generated"/>
          <p:cNvPicPr preferRelativeResize="0"/>
          <p:nvPr/>
        </p:nvPicPr>
        <p:blipFill rotWithShape="1">
          <a:blip r:embed="rId2">
            <a:alphaModFix/>
          </a:blip>
          <a:srcRect/>
          <a:stretch/>
        </p:blipFill>
        <p:spPr>
          <a:xfrm>
            <a:off x="-1" y="-1"/>
            <a:ext cx="12192001" cy="6854889"/>
          </a:xfrm>
          <a:prstGeom prst="rect">
            <a:avLst/>
          </a:prstGeom>
          <a:noFill/>
          <a:ln>
            <a:noFill/>
          </a:ln>
        </p:spPr>
      </p:pic>
      <p:sp>
        <p:nvSpPr>
          <p:cNvPr id="185" name="Google Shape;185;p19"/>
          <p:cNvSpPr/>
          <p:nvPr/>
        </p:nvSpPr>
        <p:spPr>
          <a:xfrm>
            <a:off x="-1" y="-3113"/>
            <a:ext cx="12192000" cy="6858000"/>
          </a:xfrm>
          <a:prstGeom prst="rect">
            <a:avLst/>
          </a:prstGeom>
          <a:gradFill>
            <a:gsLst>
              <a:gs pos="0">
                <a:srgbClr val="0A4671">
                  <a:alpha val="74901"/>
                </a:srgbClr>
              </a:gs>
              <a:gs pos="100000">
                <a:srgbClr val="0A467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6" name="Google Shape;186;p19"/>
          <p:cNvSpPr/>
          <p:nvPr/>
        </p:nvSpPr>
        <p:spPr>
          <a:xfrm rot="10800000">
            <a:off x="0" y="0"/>
            <a:ext cx="715617" cy="616911"/>
          </a:xfrm>
          <a:prstGeom prst="triangle">
            <a:avLst>
              <a:gd name="adj" fmla="val 100000"/>
            </a:avLst>
          </a:prstGeom>
          <a:solidFill>
            <a:srgbClr val="00F7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187" name="Google Shape;187;p19"/>
          <p:cNvGrpSpPr/>
          <p:nvPr/>
        </p:nvGrpSpPr>
        <p:grpSpPr>
          <a:xfrm>
            <a:off x="58527" y="40944"/>
            <a:ext cx="2869771" cy="1563379"/>
            <a:chOff x="44879" y="27296"/>
            <a:chExt cx="2869771" cy="1563379"/>
          </a:xfrm>
        </p:grpSpPr>
        <p:cxnSp>
          <p:nvCxnSpPr>
            <p:cNvPr id="188" name="Google Shape;188;p19"/>
            <p:cNvCxnSpPr/>
            <p:nvPr/>
          </p:nvCxnSpPr>
          <p:spPr>
            <a:xfrm rot="10800000">
              <a:off x="766351" y="34631"/>
              <a:ext cx="2148299" cy="0"/>
            </a:xfrm>
            <a:prstGeom prst="straightConnector1">
              <a:avLst/>
            </a:prstGeom>
            <a:noFill/>
            <a:ln w="38100" cap="flat" cmpd="sng">
              <a:solidFill>
                <a:srgbClr val="00F7FF"/>
              </a:solidFill>
              <a:prstDash val="solid"/>
              <a:miter lim="800000"/>
              <a:headEnd type="none" w="sm" len="sm"/>
              <a:tailEnd type="none" w="sm" len="sm"/>
            </a:ln>
          </p:spPr>
        </p:cxnSp>
        <p:cxnSp>
          <p:nvCxnSpPr>
            <p:cNvPr id="189" name="Google Shape;189;p19"/>
            <p:cNvCxnSpPr/>
            <p:nvPr/>
          </p:nvCxnSpPr>
          <p:spPr>
            <a:xfrm flipH="1">
              <a:off x="44879" y="27296"/>
              <a:ext cx="737495" cy="644210"/>
            </a:xfrm>
            <a:prstGeom prst="straightConnector1">
              <a:avLst/>
            </a:prstGeom>
            <a:noFill/>
            <a:ln w="38100" cap="flat" cmpd="sng">
              <a:solidFill>
                <a:srgbClr val="00F7FF"/>
              </a:solidFill>
              <a:prstDash val="solid"/>
              <a:miter lim="800000"/>
              <a:headEnd type="none" w="sm" len="sm"/>
              <a:tailEnd type="none" w="sm" len="sm"/>
            </a:ln>
          </p:spPr>
        </p:cxnSp>
        <p:cxnSp>
          <p:nvCxnSpPr>
            <p:cNvPr id="190" name="Google Shape;190;p19"/>
            <p:cNvCxnSpPr/>
            <p:nvPr/>
          </p:nvCxnSpPr>
          <p:spPr>
            <a:xfrm rot="10800000">
              <a:off x="52214" y="654128"/>
              <a:ext cx="0" cy="936547"/>
            </a:xfrm>
            <a:prstGeom prst="straightConnector1">
              <a:avLst/>
            </a:prstGeom>
            <a:noFill/>
            <a:ln w="38100" cap="flat" cmpd="sng">
              <a:solidFill>
                <a:srgbClr val="00F7FF"/>
              </a:solidFill>
              <a:prstDash val="solid"/>
              <a:miter lim="800000"/>
              <a:headEnd type="none" w="sm" len="sm"/>
              <a:tailEnd type="none" w="sm" len="sm"/>
            </a:ln>
          </p:spPr>
        </p:cxnSp>
      </p:grpSp>
      <p:sp>
        <p:nvSpPr>
          <p:cNvPr id="191" name="Google Shape;191;p19"/>
          <p:cNvSpPr/>
          <p:nvPr/>
        </p:nvSpPr>
        <p:spPr>
          <a:xfrm>
            <a:off x="11476383" y="6241089"/>
            <a:ext cx="715617" cy="616911"/>
          </a:xfrm>
          <a:prstGeom prst="triangle">
            <a:avLst>
              <a:gd name="adj" fmla="val 100000"/>
            </a:avLst>
          </a:prstGeom>
          <a:solidFill>
            <a:srgbClr val="00F7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192" name="Google Shape;192;p19"/>
          <p:cNvGrpSpPr/>
          <p:nvPr/>
        </p:nvGrpSpPr>
        <p:grpSpPr>
          <a:xfrm rot="10800000">
            <a:off x="9263702" y="5253677"/>
            <a:ext cx="2869771" cy="1563379"/>
            <a:chOff x="44879" y="27296"/>
            <a:chExt cx="2869771" cy="1563379"/>
          </a:xfrm>
        </p:grpSpPr>
        <p:cxnSp>
          <p:nvCxnSpPr>
            <p:cNvPr id="193" name="Google Shape;193;p19"/>
            <p:cNvCxnSpPr/>
            <p:nvPr/>
          </p:nvCxnSpPr>
          <p:spPr>
            <a:xfrm rot="10800000">
              <a:off x="766351" y="34631"/>
              <a:ext cx="2148299" cy="0"/>
            </a:xfrm>
            <a:prstGeom prst="straightConnector1">
              <a:avLst/>
            </a:prstGeom>
            <a:noFill/>
            <a:ln w="38100" cap="rnd" cmpd="sng">
              <a:solidFill>
                <a:srgbClr val="00F7FF"/>
              </a:solidFill>
              <a:prstDash val="solid"/>
              <a:round/>
              <a:headEnd type="none" w="sm" len="sm"/>
              <a:tailEnd type="none" w="sm" len="sm"/>
            </a:ln>
          </p:spPr>
        </p:cxnSp>
        <p:cxnSp>
          <p:nvCxnSpPr>
            <p:cNvPr id="194" name="Google Shape;194;p19"/>
            <p:cNvCxnSpPr/>
            <p:nvPr/>
          </p:nvCxnSpPr>
          <p:spPr>
            <a:xfrm flipH="1">
              <a:off x="44879" y="27296"/>
              <a:ext cx="737495" cy="644210"/>
            </a:xfrm>
            <a:prstGeom prst="straightConnector1">
              <a:avLst/>
            </a:prstGeom>
            <a:noFill/>
            <a:ln w="38100" cap="rnd" cmpd="sng">
              <a:solidFill>
                <a:srgbClr val="00F7FF"/>
              </a:solidFill>
              <a:prstDash val="solid"/>
              <a:round/>
              <a:headEnd type="none" w="sm" len="sm"/>
              <a:tailEnd type="none" w="sm" len="sm"/>
            </a:ln>
          </p:spPr>
        </p:cxnSp>
        <p:cxnSp>
          <p:nvCxnSpPr>
            <p:cNvPr id="195" name="Google Shape;195;p19"/>
            <p:cNvCxnSpPr/>
            <p:nvPr/>
          </p:nvCxnSpPr>
          <p:spPr>
            <a:xfrm rot="10800000">
              <a:off x="52214" y="654128"/>
              <a:ext cx="0" cy="936547"/>
            </a:xfrm>
            <a:prstGeom prst="straightConnector1">
              <a:avLst/>
            </a:prstGeom>
            <a:noFill/>
            <a:ln w="38100" cap="rnd" cmpd="sng">
              <a:solidFill>
                <a:srgbClr val="00F7FF"/>
              </a:solidFill>
              <a:prstDash val="solid"/>
              <a:round/>
              <a:headEnd type="none" w="sm" len="sm"/>
              <a:tailEnd type="none" w="sm" len="sm"/>
            </a:ln>
          </p:spPr>
        </p:cxnSp>
      </p:grpSp>
      <p:sp>
        <p:nvSpPr>
          <p:cNvPr id="196" name="Google Shape;196;p19"/>
          <p:cNvSpPr/>
          <p:nvPr/>
        </p:nvSpPr>
        <p:spPr>
          <a:xfrm>
            <a:off x="11589537" y="105878"/>
            <a:ext cx="489307" cy="405155"/>
          </a:xfrm>
          <a:custGeom>
            <a:avLst/>
            <a:gdLst/>
            <a:ahLst/>
            <a:cxnLst/>
            <a:rect l="l" t="t" r="r" b="b"/>
            <a:pathLst>
              <a:path w="489307" h="405155" extrusionOk="0">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7" name="Google Shape;197;p19"/>
          <p:cNvSpPr txBox="1">
            <a:spLocks noGrp="1"/>
          </p:cNvSpPr>
          <p:nvPr>
            <p:ph type="dt" idx="10"/>
          </p:nvPr>
        </p:nvSpPr>
        <p:spPr>
          <a:xfrm>
            <a:off x="6060300" y="6481647"/>
            <a:ext cx="2090098" cy="23982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solidFill>
                  <a:srgbClr val="D8D8D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8" name="Google Shape;198;p19"/>
          <p:cNvSpPr txBox="1">
            <a:spLocks noGrp="1"/>
          </p:cNvSpPr>
          <p:nvPr>
            <p:ph type="ftr" idx="11"/>
          </p:nvPr>
        </p:nvSpPr>
        <p:spPr>
          <a:xfrm>
            <a:off x="838200" y="6481647"/>
            <a:ext cx="4475922" cy="23982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solidFill>
                  <a:srgbClr val="D8D8D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9" name="Google Shape;199;p19"/>
          <p:cNvSpPr/>
          <p:nvPr/>
        </p:nvSpPr>
        <p:spPr>
          <a:xfrm>
            <a:off x="95208" y="6583150"/>
            <a:ext cx="233916" cy="23391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Arial"/>
              <a:ea typeface="Arial"/>
              <a:cs typeface="Arial"/>
              <a:sym typeface="Arial"/>
            </a:endParaRPr>
          </a:p>
        </p:txBody>
      </p:sp>
      <p:sp>
        <p:nvSpPr>
          <p:cNvPr id="200" name="Google Shape;200;p19"/>
          <p:cNvSpPr txBox="1">
            <a:spLocks noGrp="1"/>
          </p:cNvSpPr>
          <p:nvPr>
            <p:ph type="sldNum" idx="12"/>
          </p:nvPr>
        </p:nvSpPr>
        <p:spPr>
          <a:xfrm>
            <a:off x="65862" y="6542216"/>
            <a:ext cx="292608" cy="315784"/>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700">
                <a:solidFill>
                  <a:schemeClr val="dk1"/>
                </a:solidFill>
                <a:latin typeface="Arial"/>
                <a:ea typeface="Arial"/>
                <a:cs typeface="Arial"/>
                <a:sym typeface="Arial"/>
              </a:defRPr>
            </a:lvl1pPr>
            <a:lvl2pPr marL="0" lvl="1" indent="0" algn="ctr">
              <a:spcBef>
                <a:spcPts val="0"/>
              </a:spcBef>
              <a:buNone/>
              <a:defRPr sz="700">
                <a:solidFill>
                  <a:schemeClr val="dk1"/>
                </a:solidFill>
                <a:latin typeface="Arial"/>
                <a:ea typeface="Arial"/>
                <a:cs typeface="Arial"/>
                <a:sym typeface="Arial"/>
              </a:defRPr>
            </a:lvl2pPr>
            <a:lvl3pPr marL="0" lvl="2" indent="0" algn="ctr">
              <a:spcBef>
                <a:spcPts val="0"/>
              </a:spcBef>
              <a:buNone/>
              <a:defRPr sz="700">
                <a:solidFill>
                  <a:schemeClr val="dk1"/>
                </a:solidFill>
                <a:latin typeface="Arial"/>
                <a:ea typeface="Arial"/>
                <a:cs typeface="Arial"/>
                <a:sym typeface="Arial"/>
              </a:defRPr>
            </a:lvl3pPr>
            <a:lvl4pPr marL="0" lvl="3" indent="0" algn="ctr">
              <a:spcBef>
                <a:spcPts val="0"/>
              </a:spcBef>
              <a:buNone/>
              <a:defRPr sz="700">
                <a:solidFill>
                  <a:schemeClr val="dk1"/>
                </a:solidFill>
                <a:latin typeface="Arial"/>
                <a:ea typeface="Arial"/>
                <a:cs typeface="Arial"/>
                <a:sym typeface="Arial"/>
              </a:defRPr>
            </a:lvl4pPr>
            <a:lvl5pPr marL="0" lvl="4" indent="0" algn="ctr">
              <a:spcBef>
                <a:spcPts val="0"/>
              </a:spcBef>
              <a:buNone/>
              <a:defRPr sz="700">
                <a:solidFill>
                  <a:schemeClr val="dk1"/>
                </a:solidFill>
                <a:latin typeface="Arial"/>
                <a:ea typeface="Arial"/>
                <a:cs typeface="Arial"/>
                <a:sym typeface="Arial"/>
              </a:defRPr>
            </a:lvl5pPr>
            <a:lvl6pPr marL="0" lvl="5" indent="0" algn="ctr">
              <a:spcBef>
                <a:spcPts val="0"/>
              </a:spcBef>
              <a:buNone/>
              <a:defRPr sz="700">
                <a:solidFill>
                  <a:schemeClr val="dk1"/>
                </a:solidFill>
                <a:latin typeface="Arial"/>
                <a:ea typeface="Arial"/>
                <a:cs typeface="Arial"/>
                <a:sym typeface="Arial"/>
              </a:defRPr>
            </a:lvl6pPr>
            <a:lvl7pPr marL="0" lvl="6" indent="0" algn="ctr">
              <a:spcBef>
                <a:spcPts val="0"/>
              </a:spcBef>
              <a:buNone/>
              <a:defRPr sz="700">
                <a:solidFill>
                  <a:schemeClr val="dk1"/>
                </a:solidFill>
                <a:latin typeface="Arial"/>
                <a:ea typeface="Arial"/>
                <a:cs typeface="Arial"/>
                <a:sym typeface="Arial"/>
              </a:defRPr>
            </a:lvl7pPr>
            <a:lvl8pPr marL="0" lvl="7" indent="0" algn="ctr">
              <a:spcBef>
                <a:spcPts val="0"/>
              </a:spcBef>
              <a:buNone/>
              <a:defRPr sz="700">
                <a:solidFill>
                  <a:schemeClr val="dk1"/>
                </a:solidFill>
                <a:latin typeface="Arial"/>
                <a:ea typeface="Arial"/>
                <a:cs typeface="Arial"/>
                <a:sym typeface="Arial"/>
              </a:defRPr>
            </a:lvl8pPr>
            <a:lvl9pPr marL="0" lvl="8" indent="0" algn="ctr">
              <a:spcBef>
                <a:spcPts val="0"/>
              </a:spcBef>
              <a:buNone/>
              <a:defRPr sz="700">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vi-VN"/>
              <a:t>‹#›</a:t>
            </a:fld>
            <a:endParaRPr/>
          </a:p>
        </p:txBody>
      </p:sp>
      <p:sp>
        <p:nvSpPr>
          <p:cNvPr id="201" name="Google Shape;201;p19"/>
          <p:cNvSpPr>
            <a:spLocks noGrp="1"/>
          </p:cNvSpPr>
          <p:nvPr>
            <p:ph type="body" idx="1"/>
          </p:nvPr>
        </p:nvSpPr>
        <p:spPr>
          <a:xfrm>
            <a:off x="1704109" y="3019167"/>
            <a:ext cx="4583866" cy="1439258"/>
          </a:xfrm>
          <a:prstGeom prst="roundRect">
            <a:avLst>
              <a:gd name="adj" fmla="val 2631"/>
            </a:avLst>
          </a:prstGeom>
          <a:solidFill>
            <a:srgbClr val="F2F2F2"/>
          </a:solidFill>
          <a:ln w="19050" cap="rnd" cmpd="sng">
            <a:solidFill>
              <a:srgbClr val="00C6FF"/>
            </a:solidFill>
            <a:prstDash val="solid"/>
            <a:round/>
            <a:headEnd type="none" w="sm" len="sm"/>
            <a:tailEnd type="none" w="sm" len="sm"/>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rgbClr val="0072FF"/>
              </a:buClr>
              <a:buSzPts val="2000"/>
              <a:buNone/>
              <a:defRPr sz="2000" b="1" i="0">
                <a:solidFill>
                  <a:srgbClr val="0072FF"/>
                </a:solidFill>
                <a:latin typeface="Times New Roman"/>
                <a:ea typeface="Times New Roman"/>
                <a:cs typeface="Times New Roman"/>
                <a:sym typeface="Times New Roma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grpSp>
        <p:nvGrpSpPr>
          <p:cNvPr id="202" name="Google Shape;202;p19"/>
          <p:cNvGrpSpPr/>
          <p:nvPr/>
        </p:nvGrpSpPr>
        <p:grpSpPr>
          <a:xfrm>
            <a:off x="-1" y="4458425"/>
            <a:ext cx="8647103" cy="664514"/>
            <a:chOff x="-349411" y="1322122"/>
            <a:chExt cx="8647103" cy="664514"/>
          </a:xfrm>
        </p:grpSpPr>
        <p:cxnSp>
          <p:nvCxnSpPr>
            <p:cNvPr id="203" name="Google Shape;203;p19"/>
            <p:cNvCxnSpPr/>
            <p:nvPr/>
          </p:nvCxnSpPr>
          <p:spPr>
            <a:xfrm>
              <a:off x="-349411" y="1986636"/>
              <a:ext cx="6360520" cy="0"/>
            </a:xfrm>
            <a:prstGeom prst="straightConnector1">
              <a:avLst/>
            </a:prstGeom>
            <a:noFill/>
            <a:ln w="38100" cap="rnd" cmpd="sng">
              <a:solidFill>
                <a:srgbClr val="00F7FF"/>
              </a:solidFill>
              <a:prstDash val="solid"/>
              <a:round/>
              <a:headEnd type="none" w="sm" len="sm"/>
              <a:tailEnd type="none" w="sm" len="sm"/>
            </a:ln>
          </p:spPr>
        </p:cxnSp>
        <p:cxnSp>
          <p:nvCxnSpPr>
            <p:cNvPr id="204" name="Google Shape;204;p19"/>
            <p:cNvCxnSpPr/>
            <p:nvPr/>
          </p:nvCxnSpPr>
          <p:spPr>
            <a:xfrm rot="10800000" flipH="1">
              <a:off x="6011109" y="1480500"/>
              <a:ext cx="591405" cy="506136"/>
            </a:xfrm>
            <a:prstGeom prst="straightConnector1">
              <a:avLst/>
            </a:prstGeom>
            <a:noFill/>
            <a:ln w="38100" cap="rnd" cmpd="sng">
              <a:solidFill>
                <a:srgbClr val="00F7FF"/>
              </a:solidFill>
              <a:prstDash val="solid"/>
              <a:round/>
              <a:headEnd type="none" w="sm" len="sm"/>
              <a:tailEnd type="none" w="sm" len="sm"/>
            </a:ln>
          </p:spPr>
        </p:cxnSp>
        <p:cxnSp>
          <p:nvCxnSpPr>
            <p:cNvPr id="205" name="Google Shape;205;p19"/>
            <p:cNvCxnSpPr/>
            <p:nvPr/>
          </p:nvCxnSpPr>
          <p:spPr>
            <a:xfrm>
              <a:off x="6602514" y="1480500"/>
              <a:ext cx="1378423" cy="0"/>
            </a:xfrm>
            <a:prstGeom prst="straightConnector1">
              <a:avLst/>
            </a:prstGeom>
            <a:noFill/>
            <a:ln w="38100" cap="rnd" cmpd="sng">
              <a:solidFill>
                <a:srgbClr val="00F7FF"/>
              </a:solidFill>
              <a:prstDash val="solid"/>
              <a:round/>
              <a:headEnd type="none" w="sm" len="sm"/>
              <a:tailEnd type="none" w="sm" len="sm"/>
            </a:ln>
          </p:spPr>
        </p:cxnSp>
        <p:sp>
          <p:nvSpPr>
            <p:cNvPr id="206" name="Google Shape;206;p19"/>
            <p:cNvSpPr/>
            <p:nvPr/>
          </p:nvSpPr>
          <p:spPr>
            <a:xfrm>
              <a:off x="7980937" y="1322122"/>
              <a:ext cx="316755" cy="316755"/>
            </a:xfrm>
            <a:prstGeom prst="ellipse">
              <a:avLst/>
            </a:prstGeom>
            <a:gradFill>
              <a:gsLst>
                <a:gs pos="0">
                  <a:srgbClr val="00F7FF"/>
                </a:gs>
                <a:gs pos="100000">
                  <a:srgbClr val="00C6F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207" name="Google Shape;207;p19"/>
          <p:cNvSpPr/>
          <p:nvPr/>
        </p:nvSpPr>
        <p:spPr>
          <a:xfrm>
            <a:off x="796022" y="2736380"/>
            <a:ext cx="2019600" cy="2019600"/>
          </a:xfrm>
          <a:prstGeom prst="ellipse">
            <a:avLst/>
          </a:prstGeom>
          <a:gradFill>
            <a:gsLst>
              <a:gs pos="0">
                <a:srgbClr val="00C6FF"/>
              </a:gs>
              <a:gs pos="100000">
                <a:srgbClr val="0072FF"/>
              </a:gs>
            </a:gsLst>
            <a:lin ang="5400000" scaled="0"/>
          </a:gradFill>
          <a:ln w="12700" cap="flat" cmpd="sng">
            <a:solidFill>
              <a:srgbClr val="00C6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08" name="Google Shape;208;p19"/>
          <p:cNvSpPr>
            <a:spLocks noGrp="1"/>
          </p:cNvSpPr>
          <p:nvPr>
            <p:ph type="pic" idx="2"/>
          </p:nvPr>
        </p:nvSpPr>
        <p:spPr>
          <a:xfrm>
            <a:off x="690326" y="2728996"/>
            <a:ext cx="2020888" cy="2019600"/>
          </a:xfrm>
          <a:prstGeom prst="ellipse">
            <a:avLst/>
          </a:prstGeom>
          <a:solidFill>
            <a:schemeClr val="lt1"/>
          </a:solidFill>
          <a:ln w="19050" cap="flat" cmpd="sng">
            <a:solidFill>
              <a:srgbClr val="00F7FF"/>
            </a:solidFill>
            <a:prstDash val="solid"/>
            <a:round/>
            <a:headEnd type="none" w="sm" len="sm"/>
            <a:tailEnd type="none" w="sm" len="sm"/>
          </a:ln>
          <a:effectLst>
            <a:outerShdw blurRad="63500" sx="102000" sy="102000" algn="ctr" rotWithShape="0">
              <a:srgbClr val="000000">
                <a:alpha val="40000"/>
              </a:srgbClr>
            </a:outerShdw>
          </a:effectLst>
        </p:spPr>
      </p:sp>
      <p:sp>
        <p:nvSpPr>
          <p:cNvPr id="209" name="Google Shape;209;p19"/>
          <p:cNvSpPr txBox="1">
            <a:spLocks noGrp="1"/>
          </p:cNvSpPr>
          <p:nvPr>
            <p:ph type="body" idx="3"/>
          </p:nvPr>
        </p:nvSpPr>
        <p:spPr>
          <a:xfrm>
            <a:off x="2711214" y="2263753"/>
            <a:ext cx="3576761" cy="622002"/>
          </a:xfrm>
          <a:prstGeom prst="rect">
            <a:avLst/>
          </a:prstGeom>
          <a:noFill/>
          <a:ln>
            <a:noFill/>
          </a:ln>
        </p:spPr>
        <p:txBody>
          <a:bodyPr spcFirstLastPara="1" wrap="square" lIns="91425" tIns="45700" rIns="91425" bIns="45700" anchor="ctr" anchorCtr="0">
            <a:noAutofit/>
          </a:bodyPr>
          <a:lstStyle>
            <a:lvl1pPr marL="457200" lvl="0" indent="-228600" algn="r">
              <a:lnSpc>
                <a:spcPct val="90000"/>
              </a:lnSpc>
              <a:spcBef>
                <a:spcPts val="1000"/>
              </a:spcBef>
              <a:spcAft>
                <a:spcPts val="0"/>
              </a:spcAft>
              <a:buClr>
                <a:srgbClr val="00F7FF"/>
              </a:buClr>
              <a:buSzPts val="3600"/>
              <a:buNone/>
              <a:defRPr sz="3600" b="1">
                <a:solidFill>
                  <a:srgbClr val="00F7FF"/>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Mục lục">
  <p:cSld name="1_Mục lục">
    <p:spTree>
      <p:nvGrpSpPr>
        <p:cNvPr id="1" name="Shape 210"/>
        <p:cNvGrpSpPr/>
        <p:nvPr/>
      </p:nvGrpSpPr>
      <p:grpSpPr>
        <a:xfrm>
          <a:off x="0" y="0"/>
          <a:ext cx="0" cy="0"/>
          <a:chOff x="0" y="0"/>
          <a:chExt cx="0" cy="0"/>
        </a:xfrm>
      </p:grpSpPr>
      <p:sp>
        <p:nvSpPr>
          <p:cNvPr id="211" name="Google Shape;211;p20"/>
          <p:cNvSpPr/>
          <p:nvPr/>
        </p:nvSpPr>
        <p:spPr>
          <a:xfrm>
            <a:off x="11476383" y="6241089"/>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212" name="Google Shape;212;p20"/>
          <p:cNvGrpSpPr/>
          <p:nvPr/>
        </p:nvGrpSpPr>
        <p:grpSpPr>
          <a:xfrm rot="10800000">
            <a:off x="9263702" y="5930537"/>
            <a:ext cx="2869771" cy="886519"/>
            <a:chOff x="44879" y="27296"/>
            <a:chExt cx="2869771" cy="886519"/>
          </a:xfrm>
        </p:grpSpPr>
        <p:cxnSp>
          <p:nvCxnSpPr>
            <p:cNvPr id="213" name="Google Shape;213;p20"/>
            <p:cNvCxnSpPr/>
            <p:nvPr/>
          </p:nvCxnSpPr>
          <p:spPr>
            <a:xfrm rot="10800000">
              <a:off x="766351" y="34631"/>
              <a:ext cx="2148299" cy="0"/>
            </a:xfrm>
            <a:prstGeom prst="straightConnector1">
              <a:avLst/>
            </a:prstGeom>
            <a:noFill/>
            <a:ln w="38100" cap="rnd" cmpd="sng">
              <a:solidFill>
                <a:srgbClr val="00C6FF"/>
              </a:solidFill>
              <a:prstDash val="solid"/>
              <a:round/>
              <a:headEnd type="none" w="sm" len="sm"/>
              <a:tailEnd type="none" w="sm" len="sm"/>
            </a:ln>
          </p:spPr>
        </p:cxnSp>
        <p:cxnSp>
          <p:nvCxnSpPr>
            <p:cNvPr id="214" name="Google Shape;214;p20"/>
            <p:cNvCxnSpPr/>
            <p:nvPr/>
          </p:nvCxnSpPr>
          <p:spPr>
            <a:xfrm flipH="1">
              <a:off x="44879" y="27296"/>
              <a:ext cx="737495" cy="644210"/>
            </a:xfrm>
            <a:prstGeom prst="straightConnector1">
              <a:avLst/>
            </a:prstGeom>
            <a:noFill/>
            <a:ln w="38100" cap="rnd" cmpd="sng">
              <a:solidFill>
                <a:srgbClr val="00C6FF"/>
              </a:solidFill>
              <a:prstDash val="solid"/>
              <a:round/>
              <a:headEnd type="none" w="sm" len="sm"/>
              <a:tailEnd type="none" w="sm" len="sm"/>
            </a:ln>
          </p:spPr>
        </p:cxnSp>
        <p:cxnSp>
          <p:nvCxnSpPr>
            <p:cNvPr id="215" name="Google Shape;215;p20"/>
            <p:cNvCxnSpPr/>
            <p:nvPr/>
          </p:nvCxnSpPr>
          <p:spPr>
            <a:xfrm rot="10800000">
              <a:off x="52214" y="654128"/>
              <a:ext cx="0" cy="259687"/>
            </a:xfrm>
            <a:prstGeom prst="straightConnector1">
              <a:avLst/>
            </a:prstGeom>
            <a:noFill/>
            <a:ln w="38100" cap="rnd" cmpd="sng">
              <a:solidFill>
                <a:srgbClr val="00C6FF"/>
              </a:solidFill>
              <a:prstDash val="solid"/>
              <a:round/>
              <a:headEnd type="none" w="sm" len="sm"/>
              <a:tailEnd type="none" w="sm" len="sm"/>
            </a:ln>
          </p:spPr>
        </p:cxnSp>
      </p:grpSp>
      <p:sp>
        <p:nvSpPr>
          <p:cNvPr id="216" name="Google Shape;216;p20"/>
          <p:cNvSpPr txBox="1">
            <a:spLocks noGrp="1"/>
          </p:cNvSpPr>
          <p:nvPr>
            <p:ph type="ftr" idx="11"/>
          </p:nvPr>
        </p:nvSpPr>
        <p:spPr>
          <a:xfrm>
            <a:off x="3465443" y="6466114"/>
            <a:ext cx="5261114" cy="25536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grpSp>
        <p:nvGrpSpPr>
          <p:cNvPr id="217" name="Google Shape;217;p20"/>
          <p:cNvGrpSpPr/>
          <p:nvPr/>
        </p:nvGrpSpPr>
        <p:grpSpPr>
          <a:xfrm>
            <a:off x="-2323526" y="1121391"/>
            <a:ext cx="4841288" cy="5054000"/>
            <a:chOff x="-1259888" y="901609"/>
            <a:chExt cx="4841288" cy="5054000"/>
          </a:xfrm>
        </p:grpSpPr>
        <p:grpSp>
          <p:nvGrpSpPr>
            <p:cNvPr id="218" name="Google Shape;218;p20"/>
            <p:cNvGrpSpPr/>
            <p:nvPr/>
          </p:nvGrpSpPr>
          <p:grpSpPr>
            <a:xfrm>
              <a:off x="-1225468" y="901609"/>
              <a:ext cx="4806868" cy="664514"/>
              <a:chOff x="0" y="901609"/>
              <a:chExt cx="4806868" cy="664514"/>
            </a:xfrm>
          </p:grpSpPr>
          <p:cxnSp>
            <p:nvCxnSpPr>
              <p:cNvPr id="219" name="Google Shape;219;p20"/>
              <p:cNvCxnSpPr/>
              <p:nvPr/>
            </p:nvCxnSpPr>
            <p:spPr>
              <a:xfrm>
                <a:off x="0" y="1566123"/>
                <a:ext cx="2533933" cy="0"/>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220" name="Google Shape;220;p20"/>
              <p:cNvCxnSpPr/>
              <p:nvPr/>
            </p:nvCxnSpPr>
            <p:spPr>
              <a:xfrm rot="10800000" flipH="1">
                <a:off x="2520285" y="1059987"/>
                <a:ext cx="591405" cy="506136"/>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221" name="Google Shape;221;p20"/>
              <p:cNvCxnSpPr/>
              <p:nvPr/>
            </p:nvCxnSpPr>
            <p:spPr>
              <a:xfrm>
                <a:off x="3111690" y="1059987"/>
                <a:ext cx="1378423" cy="0"/>
              </a:xfrm>
              <a:prstGeom prst="straightConnector1">
                <a:avLst/>
              </a:prstGeom>
              <a:noFill/>
              <a:ln w="38100" cap="rnd" cmpd="sng">
                <a:solidFill>
                  <a:srgbClr val="0072FF">
                    <a:alpha val="40000"/>
                  </a:srgbClr>
                </a:solidFill>
                <a:prstDash val="solid"/>
                <a:round/>
                <a:headEnd type="none" w="sm" len="sm"/>
                <a:tailEnd type="none" w="sm" len="sm"/>
              </a:ln>
            </p:spPr>
          </p:cxnSp>
          <p:sp>
            <p:nvSpPr>
              <p:cNvPr id="222" name="Google Shape;222;p20"/>
              <p:cNvSpPr/>
              <p:nvPr/>
            </p:nvSpPr>
            <p:spPr>
              <a:xfrm>
                <a:off x="4490113" y="901609"/>
                <a:ext cx="316755" cy="316755"/>
              </a:xfrm>
              <a:prstGeom prst="ellipse">
                <a:avLst/>
              </a:prstGeom>
              <a:gradFill>
                <a:gsLst>
                  <a:gs pos="0">
                    <a:srgbClr val="0072FF">
                      <a:alpha val="40000"/>
                    </a:srgbClr>
                  </a:gs>
                  <a:gs pos="100000">
                    <a:srgbClr val="00C6FF">
                      <a:alpha val="40000"/>
                    </a:srgbClr>
                  </a:gs>
                </a:gsLst>
                <a:lin ang="2700000" scaled="0"/>
              </a:gradFill>
              <a:ln w="9525" cap="rnd" cmpd="sng">
                <a:solidFill>
                  <a:srgbClr val="0072FF">
                    <a:alpha val="4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223" name="Google Shape;223;p20"/>
            <p:cNvGrpSpPr/>
            <p:nvPr/>
          </p:nvGrpSpPr>
          <p:grpSpPr>
            <a:xfrm rot="10800000" flipH="1">
              <a:off x="-1225468" y="5291095"/>
              <a:ext cx="4806868" cy="664514"/>
              <a:chOff x="0" y="1232525"/>
              <a:chExt cx="4806868" cy="664514"/>
            </a:xfrm>
          </p:grpSpPr>
          <p:cxnSp>
            <p:nvCxnSpPr>
              <p:cNvPr id="224" name="Google Shape;224;p20"/>
              <p:cNvCxnSpPr/>
              <p:nvPr/>
            </p:nvCxnSpPr>
            <p:spPr>
              <a:xfrm>
                <a:off x="0" y="1897039"/>
                <a:ext cx="2533933" cy="0"/>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225" name="Google Shape;225;p20"/>
              <p:cNvCxnSpPr/>
              <p:nvPr/>
            </p:nvCxnSpPr>
            <p:spPr>
              <a:xfrm rot="10800000" flipH="1">
                <a:off x="2520285" y="1390903"/>
                <a:ext cx="591405" cy="506136"/>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226" name="Google Shape;226;p20"/>
              <p:cNvCxnSpPr/>
              <p:nvPr/>
            </p:nvCxnSpPr>
            <p:spPr>
              <a:xfrm>
                <a:off x="3111690" y="1390903"/>
                <a:ext cx="1378423" cy="0"/>
              </a:xfrm>
              <a:prstGeom prst="straightConnector1">
                <a:avLst/>
              </a:prstGeom>
              <a:noFill/>
              <a:ln w="38100" cap="rnd" cmpd="sng">
                <a:solidFill>
                  <a:srgbClr val="0072FF">
                    <a:alpha val="40000"/>
                  </a:srgbClr>
                </a:solidFill>
                <a:prstDash val="solid"/>
                <a:round/>
                <a:headEnd type="none" w="sm" len="sm"/>
                <a:tailEnd type="none" w="sm" len="sm"/>
              </a:ln>
            </p:spPr>
          </p:cxnSp>
          <p:sp>
            <p:nvSpPr>
              <p:cNvPr id="227" name="Google Shape;227;p20"/>
              <p:cNvSpPr/>
              <p:nvPr/>
            </p:nvSpPr>
            <p:spPr>
              <a:xfrm>
                <a:off x="4490113" y="1232525"/>
                <a:ext cx="316755" cy="316755"/>
              </a:xfrm>
              <a:prstGeom prst="ellipse">
                <a:avLst/>
              </a:prstGeom>
              <a:gradFill>
                <a:gsLst>
                  <a:gs pos="0">
                    <a:srgbClr val="0072FF">
                      <a:alpha val="40000"/>
                    </a:srgbClr>
                  </a:gs>
                  <a:gs pos="100000">
                    <a:srgbClr val="00C6FF">
                      <a:alpha val="40000"/>
                    </a:srgbClr>
                  </a:gs>
                </a:gsLst>
                <a:lin ang="2700000" scaled="0"/>
              </a:gradFill>
              <a:ln w="9525" cap="rnd" cmpd="sng">
                <a:solidFill>
                  <a:srgbClr val="0072FF">
                    <a:alpha val="4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228" name="Google Shape;228;p20"/>
            <p:cNvGrpSpPr/>
            <p:nvPr/>
          </p:nvGrpSpPr>
          <p:grpSpPr>
            <a:xfrm>
              <a:off x="-1225469" y="1860637"/>
              <a:ext cx="3835321" cy="547270"/>
              <a:chOff x="-1" y="1860637"/>
              <a:chExt cx="3835321" cy="547270"/>
            </a:xfrm>
          </p:grpSpPr>
          <p:sp>
            <p:nvSpPr>
              <p:cNvPr id="229" name="Google Shape;229;p20"/>
              <p:cNvSpPr/>
              <p:nvPr/>
            </p:nvSpPr>
            <p:spPr>
              <a:xfrm>
                <a:off x="3518565" y="1860637"/>
                <a:ext cx="316755" cy="316755"/>
              </a:xfrm>
              <a:prstGeom prst="ellipse">
                <a:avLst/>
              </a:prstGeom>
              <a:gradFill>
                <a:gsLst>
                  <a:gs pos="0">
                    <a:srgbClr val="0072FF">
                      <a:alpha val="40000"/>
                    </a:srgbClr>
                  </a:gs>
                  <a:gs pos="100000">
                    <a:srgbClr val="00C6FF">
                      <a:alpha val="40000"/>
                    </a:srgbClr>
                  </a:gs>
                </a:gsLst>
                <a:lin ang="2700000" scaled="0"/>
              </a:gradFill>
              <a:ln w="9525" cap="rnd" cmpd="sng">
                <a:solidFill>
                  <a:srgbClr val="0072FF">
                    <a:alpha val="4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230" name="Google Shape;230;p20"/>
              <p:cNvCxnSpPr/>
              <p:nvPr/>
            </p:nvCxnSpPr>
            <p:spPr>
              <a:xfrm>
                <a:off x="-1" y="2407907"/>
                <a:ext cx="1985654" cy="0"/>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231" name="Google Shape;231;p20"/>
              <p:cNvCxnSpPr/>
              <p:nvPr/>
            </p:nvCxnSpPr>
            <p:spPr>
              <a:xfrm rot="10800000" flipH="1">
                <a:off x="1974958" y="2019015"/>
                <a:ext cx="463440" cy="388892"/>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232" name="Google Shape;232;p20"/>
              <p:cNvCxnSpPr/>
              <p:nvPr/>
            </p:nvCxnSpPr>
            <p:spPr>
              <a:xfrm>
                <a:off x="2438398" y="2019015"/>
                <a:ext cx="1080167" cy="0"/>
              </a:xfrm>
              <a:prstGeom prst="straightConnector1">
                <a:avLst/>
              </a:prstGeom>
              <a:noFill/>
              <a:ln w="38100" cap="rnd" cmpd="sng">
                <a:solidFill>
                  <a:srgbClr val="0072FF">
                    <a:alpha val="40000"/>
                  </a:srgbClr>
                </a:solidFill>
                <a:prstDash val="solid"/>
                <a:round/>
                <a:headEnd type="none" w="sm" len="sm"/>
                <a:tailEnd type="none" w="sm" len="sm"/>
              </a:ln>
            </p:spPr>
          </p:cxnSp>
        </p:grpSp>
        <p:grpSp>
          <p:nvGrpSpPr>
            <p:cNvPr id="233" name="Google Shape;233;p20"/>
            <p:cNvGrpSpPr/>
            <p:nvPr/>
          </p:nvGrpSpPr>
          <p:grpSpPr>
            <a:xfrm rot="10800000" flipH="1">
              <a:off x="-1259888" y="4408929"/>
              <a:ext cx="3835321" cy="547270"/>
              <a:chOff x="-1" y="1860637"/>
              <a:chExt cx="3835321" cy="547270"/>
            </a:xfrm>
          </p:grpSpPr>
          <p:sp>
            <p:nvSpPr>
              <p:cNvPr id="234" name="Google Shape;234;p20"/>
              <p:cNvSpPr/>
              <p:nvPr/>
            </p:nvSpPr>
            <p:spPr>
              <a:xfrm>
                <a:off x="3518565" y="1860637"/>
                <a:ext cx="316755" cy="316755"/>
              </a:xfrm>
              <a:prstGeom prst="ellipse">
                <a:avLst/>
              </a:prstGeom>
              <a:gradFill>
                <a:gsLst>
                  <a:gs pos="0">
                    <a:srgbClr val="0072FF">
                      <a:alpha val="40000"/>
                    </a:srgbClr>
                  </a:gs>
                  <a:gs pos="100000">
                    <a:srgbClr val="00C6FF">
                      <a:alpha val="40000"/>
                    </a:srgbClr>
                  </a:gs>
                </a:gsLst>
                <a:lin ang="2700000" scaled="0"/>
              </a:gradFill>
              <a:ln w="9525" cap="rnd" cmpd="sng">
                <a:solidFill>
                  <a:srgbClr val="0072FF">
                    <a:alpha val="4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235" name="Google Shape;235;p20"/>
              <p:cNvCxnSpPr/>
              <p:nvPr/>
            </p:nvCxnSpPr>
            <p:spPr>
              <a:xfrm>
                <a:off x="-1" y="2407907"/>
                <a:ext cx="1985654" cy="0"/>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236" name="Google Shape;236;p20"/>
              <p:cNvCxnSpPr/>
              <p:nvPr/>
            </p:nvCxnSpPr>
            <p:spPr>
              <a:xfrm rot="10800000" flipH="1">
                <a:off x="1974958" y="2019015"/>
                <a:ext cx="463440" cy="388892"/>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237" name="Google Shape;237;p20"/>
              <p:cNvCxnSpPr/>
              <p:nvPr/>
            </p:nvCxnSpPr>
            <p:spPr>
              <a:xfrm>
                <a:off x="2438398" y="2019015"/>
                <a:ext cx="1080167" cy="0"/>
              </a:xfrm>
              <a:prstGeom prst="straightConnector1">
                <a:avLst/>
              </a:prstGeom>
              <a:noFill/>
              <a:ln w="38100" cap="rnd" cmpd="sng">
                <a:solidFill>
                  <a:srgbClr val="0072FF">
                    <a:alpha val="40000"/>
                  </a:srgbClr>
                </a:solidFill>
                <a:prstDash val="solid"/>
                <a:round/>
                <a:headEnd type="none" w="sm" len="sm"/>
                <a:tailEnd type="none" w="sm" len="sm"/>
              </a:ln>
            </p:spPr>
          </p:cxnSp>
        </p:grpSp>
        <p:grpSp>
          <p:nvGrpSpPr>
            <p:cNvPr id="238" name="Google Shape;238;p20"/>
            <p:cNvGrpSpPr/>
            <p:nvPr/>
          </p:nvGrpSpPr>
          <p:grpSpPr>
            <a:xfrm>
              <a:off x="-1252333" y="2715185"/>
              <a:ext cx="2776521" cy="436736"/>
              <a:chOff x="-26865" y="2715185"/>
              <a:chExt cx="2776521" cy="436736"/>
            </a:xfrm>
          </p:grpSpPr>
          <p:cxnSp>
            <p:nvCxnSpPr>
              <p:cNvPr id="239" name="Google Shape;239;p20"/>
              <p:cNvCxnSpPr/>
              <p:nvPr/>
            </p:nvCxnSpPr>
            <p:spPr>
              <a:xfrm>
                <a:off x="-26865" y="3151921"/>
                <a:ext cx="1402723" cy="0"/>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240" name="Google Shape;240;p20"/>
              <p:cNvCxnSpPr/>
              <p:nvPr/>
            </p:nvCxnSpPr>
            <p:spPr>
              <a:xfrm rot="10800000" flipH="1">
                <a:off x="1368303" y="2877197"/>
                <a:ext cx="327387" cy="274724"/>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241" name="Google Shape;241;p20"/>
              <p:cNvCxnSpPr/>
              <p:nvPr/>
            </p:nvCxnSpPr>
            <p:spPr>
              <a:xfrm>
                <a:off x="1695690" y="2877197"/>
                <a:ext cx="763061" cy="0"/>
              </a:xfrm>
              <a:prstGeom prst="straightConnector1">
                <a:avLst/>
              </a:prstGeom>
              <a:noFill/>
              <a:ln w="38100" cap="rnd" cmpd="sng">
                <a:solidFill>
                  <a:srgbClr val="0072FF">
                    <a:alpha val="40000"/>
                  </a:srgbClr>
                </a:solidFill>
                <a:prstDash val="solid"/>
                <a:round/>
                <a:headEnd type="none" w="sm" len="sm"/>
                <a:tailEnd type="none" w="sm" len="sm"/>
              </a:ln>
            </p:spPr>
          </p:cxnSp>
          <p:sp>
            <p:nvSpPr>
              <p:cNvPr id="242" name="Google Shape;242;p20"/>
              <p:cNvSpPr/>
              <p:nvPr/>
            </p:nvSpPr>
            <p:spPr>
              <a:xfrm>
                <a:off x="2432901" y="2715185"/>
                <a:ext cx="316755" cy="316755"/>
              </a:xfrm>
              <a:prstGeom prst="ellipse">
                <a:avLst/>
              </a:prstGeom>
              <a:gradFill>
                <a:gsLst>
                  <a:gs pos="0">
                    <a:srgbClr val="0072FF">
                      <a:alpha val="40000"/>
                    </a:srgbClr>
                  </a:gs>
                  <a:gs pos="100000">
                    <a:srgbClr val="00C6FF">
                      <a:alpha val="40000"/>
                    </a:srgbClr>
                  </a:gs>
                </a:gsLst>
                <a:lin ang="2700000" scaled="0"/>
              </a:gradFill>
              <a:ln w="9525" cap="rnd" cmpd="sng">
                <a:solidFill>
                  <a:srgbClr val="0072FF">
                    <a:alpha val="4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243" name="Google Shape;243;p20"/>
            <p:cNvGrpSpPr/>
            <p:nvPr/>
          </p:nvGrpSpPr>
          <p:grpSpPr>
            <a:xfrm>
              <a:off x="-1225468" y="3843225"/>
              <a:ext cx="2802371" cy="433101"/>
              <a:chOff x="-34420" y="3843718"/>
              <a:chExt cx="2802371" cy="433101"/>
            </a:xfrm>
          </p:grpSpPr>
          <p:cxnSp>
            <p:nvCxnSpPr>
              <p:cNvPr id="244" name="Google Shape;244;p20"/>
              <p:cNvCxnSpPr/>
              <p:nvPr/>
            </p:nvCxnSpPr>
            <p:spPr>
              <a:xfrm>
                <a:off x="-34420" y="3843718"/>
                <a:ext cx="1402723" cy="0"/>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245" name="Google Shape;245;p20"/>
              <p:cNvCxnSpPr/>
              <p:nvPr/>
            </p:nvCxnSpPr>
            <p:spPr>
              <a:xfrm>
                <a:off x="1360748" y="3843718"/>
                <a:ext cx="327387" cy="274724"/>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246" name="Google Shape;246;p20"/>
              <p:cNvCxnSpPr/>
              <p:nvPr/>
            </p:nvCxnSpPr>
            <p:spPr>
              <a:xfrm>
                <a:off x="1688135" y="4118442"/>
                <a:ext cx="763061" cy="0"/>
              </a:xfrm>
              <a:prstGeom prst="straightConnector1">
                <a:avLst/>
              </a:prstGeom>
              <a:noFill/>
              <a:ln w="38100" cap="rnd" cmpd="sng">
                <a:solidFill>
                  <a:srgbClr val="0072FF">
                    <a:alpha val="40000"/>
                  </a:srgbClr>
                </a:solidFill>
                <a:prstDash val="solid"/>
                <a:round/>
                <a:headEnd type="none" w="sm" len="sm"/>
                <a:tailEnd type="none" w="sm" len="sm"/>
              </a:ln>
            </p:spPr>
          </p:cxnSp>
          <p:sp>
            <p:nvSpPr>
              <p:cNvPr id="247" name="Google Shape;247;p20"/>
              <p:cNvSpPr/>
              <p:nvPr/>
            </p:nvSpPr>
            <p:spPr>
              <a:xfrm>
                <a:off x="2451196" y="3960064"/>
                <a:ext cx="316755" cy="316755"/>
              </a:xfrm>
              <a:prstGeom prst="ellipse">
                <a:avLst/>
              </a:prstGeom>
              <a:gradFill>
                <a:gsLst>
                  <a:gs pos="0">
                    <a:srgbClr val="0072FF">
                      <a:alpha val="40000"/>
                    </a:srgbClr>
                  </a:gs>
                  <a:gs pos="100000">
                    <a:srgbClr val="00C6FF">
                      <a:alpha val="40000"/>
                    </a:srgbClr>
                  </a:gs>
                </a:gsLst>
                <a:lin ang="2700000" scaled="0"/>
              </a:gradFill>
              <a:ln w="9525" cap="rnd" cmpd="sng">
                <a:solidFill>
                  <a:srgbClr val="0072FF">
                    <a:alpha val="4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grpSp>
        <p:nvGrpSpPr>
          <p:cNvPr id="248" name="Google Shape;248;p20"/>
          <p:cNvGrpSpPr/>
          <p:nvPr/>
        </p:nvGrpSpPr>
        <p:grpSpPr>
          <a:xfrm flipH="1">
            <a:off x="9674240" y="1121391"/>
            <a:ext cx="4841288" cy="5054000"/>
            <a:chOff x="-1259888" y="901609"/>
            <a:chExt cx="4841288" cy="5054000"/>
          </a:xfrm>
        </p:grpSpPr>
        <p:grpSp>
          <p:nvGrpSpPr>
            <p:cNvPr id="249" name="Google Shape;249;p20"/>
            <p:cNvGrpSpPr/>
            <p:nvPr/>
          </p:nvGrpSpPr>
          <p:grpSpPr>
            <a:xfrm>
              <a:off x="-1225468" y="901609"/>
              <a:ext cx="4806868" cy="664514"/>
              <a:chOff x="0" y="901609"/>
              <a:chExt cx="4806868" cy="664514"/>
            </a:xfrm>
          </p:grpSpPr>
          <p:cxnSp>
            <p:nvCxnSpPr>
              <p:cNvPr id="250" name="Google Shape;250;p20"/>
              <p:cNvCxnSpPr/>
              <p:nvPr/>
            </p:nvCxnSpPr>
            <p:spPr>
              <a:xfrm>
                <a:off x="0" y="1566123"/>
                <a:ext cx="2533933" cy="0"/>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251" name="Google Shape;251;p20"/>
              <p:cNvCxnSpPr/>
              <p:nvPr/>
            </p:nvCxnSpPr>
            <p:spPr>
              <a:xfrm rot="10800000" flipH="1">
                <a:off x="2520285" y="1059987"/>
                <a:ext cx="591405" cy="506136"/>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252" name="Google Shape;252;p20"/>
              <p:cNvCxnSpPr/>
              <p:nvPr/>
            </p:nvCxnSpPr>
            <p:spPr>
              <a:xfrm>
                <a:off x="3111690" y="1059987"/>
                <a:ext cx="1378423" cy="0"/>
              </a:xfrm>
              <a:prstGeom prst="straightConnector1">
                <a:avLst/>
              </a:prstGeom>
              <a:noFill/>
              <a:ln w="38100" cap="rnd" cmpd="sng">
                <a:solidFill>
                  <a:srgbClr val="0072FF">
                    <a:alpha val="40000"/>
                  </a:srgbClr>
                </a:solidFill>
                <a:prstDash val="solid"/>
                <a:round/>
                <a:headEnd type="none" w="sm" len="sm"/>
                <a:tailEnd type="none" w="sm" len="sm"/>
              </a:ln>
            </p:spPr>
          </p:cxnSp>
          <p:sp>
            <p:nvSpPr>
              <p:cNvPr id="253" name="Google Shape;253;p20"/>
              <p:cNvSpPr/>
              <p:nvPr/>
            </p:nvSpPr>
            <p:spPr>
              <a:xfrm>
                <a:off x="4490113" y="901609"/>
                <a:ext cx="316755" cy="316755"/>
              </a:xfrm>
              <a:prstGeom prst="ellipse">
                <a:avLst/>
              </a:prstGeom>
              <a:gradFill>
                <a:gsLst>
                  <a:gs pos="0">
                    <a:srgbClr val="0072FF">
                      <a:alpha val="40000"/>
                    </a:srgbClr>
                  </a:gs>
                  <a:gs pos="100000">
                    <a:srgbClr val="00C6FF">
                      <a:alpha val="40000"/>
                    </a:srgbClr>
                  </a:gs>
                </a:gsLst>
                <a:lin ang="2700000" scaled="0"/>
              </a:gradFill>
              <a:ln w="9525" cap="rnd" cmpd="sng">
                <a:solidFill>
                  <a:srgbClr val="0072FF">
                    <a:alpha val="4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254" name="Google Shape;254;p20"/>
            <p:cNvGrpSpPr/>
            <p:nvPr/>
          </p:nvGrpSpPr>
          <p:grpSpPr>
            <a:xfrm rot="10800000" flipH="1">
              <a:off x="-1225468" y="5291095"/>
              <a:ext cx="4806868" cy="664514"/>
              <a:chOff x="0" y="1232525"/>
              <a:chExt cx="4806868" cy="664514"/>
            </a:xfrm>
          </p:grpSpPr>
          <p:cxnSp>
            <p:nvCxnSpPr>
              <p:cNvPr id="255" name="Google Shape;255;p20"/>
              <p:cNvCxnSpPr/>
              <p:nvPr/>
            </p:nvCxnSpPr>
            <p:spPr>
              <a:xfrm>
                <a:off x="0" y="1897039"/>
                <a:ext cx="2533933" cy="0"/>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256" name="Google Shape;256;p20"/>
              <p:cNvCxnSpPr/>
              <p:nvPr/>
            </p:nvCxnSpPr>
            <p:spPr>
              <a:xfrm rot="10800000" flipH="1">
                <a:off x="2520285" y="1390903"/>
                <a:ext cx="591405" cy="506136"/>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257" name="Google Shape;257;p20"/>
              <p:cNvCxnSpPr/>
              <p:nvPr/>
            </p:nvCxnSpPr>
            <p:spPr>
              <a:xfrm>
                <a:off x="3111690" y="1390903"/>
                <a:ext cx="1378423" cy="0"/>
              </a:xfrm>
              <a:prstGeom prst="straightConnector1">
                <a:avLst/>
              </a:prstGeom>
              <a:noFill/>
              <a:ln w="38100" cap="rnd" cmpd="sng">
                <a:solidFill>
                  <a:srgbClr val="0072FF">
                    <a:alpha val="40000"/>
                  </a:srgbClr>
                </a:solidFill>
                <a:prstDash val="solid"/>
                <a:round/>
                <a:headEnd type="none" w="sm" len="sm"/>
                <a:tailEnd type="none" w="sm" len="sm"/>
              </a:ln>
            </p:spPr>
          </p:cxnSp>
          <p:sp>
            <p:nvSpPr>
              <p:cNvPr id="258" name="Google Shape;258;p20"/>
              <p:cNvSpPr/>
              <p:nvPr/>
            </p:nvSpPr>
            <p:spPr>
              <a:xfrm>
                <a:off x="4490113" y="1232525"/>
                <a:ext cx="316755" cy="316755"/>
              </a:xfrm>
              <a:prstGeom prst="ellipse">
                <a:avLst/>
              </a:prstGeom>
              <a:gradFill>
                <a:gsLst>
                  <a:gs pos="0">
                    <a:srgbClr val="0072FF">
                      <a:alpha val="40000"/>
                    </a:srgbClr>
                  </a:gs>
                  <a:gs pos="100000">
                    <a:srgbClr val="00C6FF">
                      <a:alpha val="40000"/>
                    </a:srgbClr>
                  </a:gs>
                </a:gsLst>
                <a:lin ang="2700000" scaled="0"/>
              </a:gradFill>
              <a:ln w="9525" cap="rnd" cmpd="sng">
                <a:solidFill>
                  <a:srgbClr val="0072FF">
                    <a:alpha val="4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259" name="Google Shape;259;p20"/>
            <p:cNvGrpSpPr/>
            <p:nvPr/>
          </p:nvGrpSpPr>
          <p:grpSpPr>
            <a:xfrm>
              <a:off x="-1225469" y="1860637"/>
              <a:ext cx="3835321" cy="547270"/>
              <a:chOff x="-1" y="1860637"/>
              <a:chExt cx="3835321" cy="547270"/>
            </a:xfrm>
          </p:grpSpPr>
          <p:sp>
            <p:nvSpPr>
              <p:cNvPr id="260" name="Google Shape;260;p20"/>
              <p:cNvSpPr/>
              <p:nvPr/>
            </p:nvSpPr>
            <p:spPr>
              <a:xfrm>
                <a:off x="3518565" y="1860637"/>
                <a:ext cx="316755" cy="316755"/>
              </a:xfrm>
              <a:prstGeom prst="ellipse">
                <a:avLst/>
              </a:prstGeom>
              <a:gradFill>
                <a:gsLst>
                  <a:gs pos="0">
                    <a:srgbClr val="0072FF">
                      <a:alpha val="40000"/>
                    </a:srgbClr>
                  </a:gs>
                  <a:gs pos="100000">
                    <a:srgbClr val="00C6FF">
                      <a:alpha val="40000"/>
                    </a:srgbClr>
                  </a:gs>
                </a:gsLst>
                <a:lin ang="2700000" scaled="0"/>
              </a:gradFill>
              <a:ln w="9525" cap="rnd" cmpd="sng">
                <a:solidFill>
                  <a:srgbClr val="0072FF">
                    <a:alpha val="4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261" name="Google Shape;261;p20"/>
              <p:cNvCxnSpPr/>
              <p:nvPr/>
            </p:nvCxnSpPr>
            <p:spPr>
              <a:xfrm>
                <a:off x="-1" y="2407907"/>
                <a:ext cx="1985654" cy="0"/>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262" name="Google Shape;262;p20"/>
              <p:cNvCxnSpPr/>
              <p:nvPr/>
            </p:nvCxnSpPr>
            <p:spPr>
              <a:xfrm rot="10800000" flipH="1">
                <a:off x="1974958" y="2019015"/>
                <a:ext cx="463440" cy="388892"/>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263" name="Google Shape;263;p20"/>
              <p:cNvCxnSpPr/>
              <p:nvPr/>
            </p:nvCxnSpPr>
            <p:spPr>
              <a:xfrm>
                <a:off x="2438398" y="2019015"/>
                <a:ext cx="1080167" cy="0"/>
              </a:xfrm>
              <a:prstGeom prst="straightConnector1">
                <a:avLst/>
              </a:prstGeom>
              <a:noFill/>
              <a:ln w="38100" cap="rnd" cmpd="sng">
                <a:solidFill>
                  <a:srgbClr val="0072FF">
                    <a:alpha val="40000"/>
                  </a:srgbClr>
                </a:solidFill>
                <a:prstDash val="solid"/>
                <a:round/>
                <a:headEnd type="none" w="sm" len="sm"/>
                <a:tailEnd type="none" w="sm" len="sm"/>
              </a:ln>
            </p:spPr>
          </p:cxnSp>
        </p:grpSp>
        <p:grpSp>
          <p:nvGrpSpPr>
            <p:cNvPr id="264" name="Google Shape;264;p20"/>
            <p:cNvGrpSpPr/>
            <p:nvPr/>
          </p:nvGrpSpPr>
          <p:grpSpPr>
            <a:xfrm rot="10800000" flipH="1">
              <a:off x="-1259888" y="4408929"/>
              <a:ext cx="3835321" cy="547270"/>
              <a:chOff x="-1" y="1860637"/>
              <a:chExt cx="3835321" cy="547270"/>
            </a:xfrm>
          </p:grpSpPr>
          <p:sp>
            <p:nvSpPr>
              <p:cNvPr id="265" name="Google Shape;265;p20"/>
              <p:cNvSpPr/>
              <p:nvPr/>
            </p:nvSpPr>
            <p:spPr>
              <a:xfrm>
                <a:off x="3518565" y="1860637"/>
                <a:ext cx="316755" cy="316755"/>
              </a:xfrm>
              <a:prstGeom prst="ellipse">
                <a:avLst/>
              </a:prstGeom>
              <a:gradFill>
                <a:gsLst>
                  <a:gs pos="0">
                    <a:srgbClr val="0072FF">
                      <a:alpha val="40000"/>
                    </a:srgbClr>
                  </a:gs>
                  <a:gs pos="100000">
                    <a:srgbClr val="00C6FF">
                      <a:alpha val="40000"/>
                    </a:srgbClr>
                  </a:gs>
                </a:gsLst>
                <a:lin ang="2700000" scaled="0"/>
              </a:gradFill>
              <a:ln w="9525" cap="rnd" cmpd="sng">
                <a:solidFill>
                  <a:srgbClr val="0072FF">
                    <a:alpha val="4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266" name="Google Shape;266;p20"/>
              <p:cNvCxnSpPr/>
              <p:nvPr/>
            </p:nvCxnSpPr>
            <p:spPr>
              <a:xfrm>
                <a:off x="-1" y="2407907"/>
                <a:ext cx="1985654" cy="0"/>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267" name="Google Shape;267;p20"/>
              <p:cNvCxnSpPr/>
              <p:nvPr/>
            </p:nvCxnSpPr>
            <p:spPr>
              <a:xfrm rot="10800000" flipH="1">
                <a:off x="1974958" y="2019015"/>
                <a:ext cx="463440" cy="388892"/>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268" name="Google Shape;268;p20"/>
              <p:cNvCxnSpPr/>
              <p:nvPr/>
            </p:nvCxnSpPr>
            <p:spPr>
              <a:xfrm>
                <a:off x="2438398" y="2019015"/>
                <a:ext cx="1080167" cy="0"/>
              </a:xfrm>
              <a:prstGeom prst="straightConnector1">
                <a:avLst/>
              </a:prstGeom>
              <a:noFill/>
              <a:ln w="38100" cap="rnd" cmpd="sng">
                <a:solidFill>
                  <a:srgbClr val="0072FF">
                    <a:alpha val="40000"/>
                  </a:srgbClr>
                </a:solidFill>
                <a:prstDash val="solid"/>
                <a:round/>
                <a:headEnd type="none" w="sm" len="sm"/>
                <a:tailEnd type="none" w="sm" len="sm"/>
              </a:ln>
            </p:spPr>
          </p:cxnSp>
        </p:grpSp>
        <p:grpSp>
          <p:nvGrpSpPr>
            <p:cNvPr id="269" name="Google Shape;269;p20"/>
            <p:cNvGrpSpPr/>
            <p:nvPr/>
          </p:nvGrpSpPr>
          <p:grpSpPr>
            <a:xfrm>
              <a:off x="-1252333" y="2715185"/>
              <a:ext cx="2776521" cy="436736"/>
              <a:chOff x="-26865" y="2715185"/>
              <a:chExt cx="2776521" cy="436736"/>
            </a:xfrm>
          </p:grpSpPr>
          <p:cxnSp>
            <p:nvCxnSpPr>
              <p:cNvPr id="270" name="Google Shape;270;p20"/>
              <p:cNvCxnSpPr/>
              <p:nvPr/>
            </p:nvCxnSpPr>
            <p:spPr>
              <a:xfrm>
                <a:off x="-26865" y="3151921"/>
                <a:ext cx="1402723" cy="0"/>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271" name="Google Shape;271;p20"/>
              <p:cNvCxnSpPr/>
              <p:nvPr/>
            </p:nvCxnSpPr>
            <p:spPr>
              <a:xfrm rot="10800000" flipH="1">
                <a:off x="1368303" y="2877197"/>
                <a:ext cx="327387" cy="274724"/>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272" name="Google Shape;272;p20"/>
              <p:cNvCxnSpPr/>
              <p:nvPr/>
            </p:nvCxnSpPr>
            <p:spPr>
              <a:xfrm>
                <a:off x="1695690" y="2877197"/>
                <a:ext cx="763061" cy="0"/>
              </a:xfrm>
              <a:prstGeom prst="straightConnector1">
                <a:avLst/>
              </a:prstGeom>
              <a:noFill/>
              <a:ln w="38100" cap="rnd" cmpd="sng">
                <a:solidFill>
                  <a:srgbClr val="0072FF">
                    <a:alpha val="40000"/>
                  </a:srgbClr>
                </a:solidFill>
                <a:prstDash val="solid"/>
                <a:round/>
                <a:headEnd type="none" w="sm" len="sm"/>
                <a:tailEnd type="none" w="sm" len="sm"/>
              </a:ln>
            </p:spPr>
          </p:cxnSp>
          <p:sp>
            <p:nvSpPr>
              <p:cNvPr id="273" name="Google Shape;273;p20"/>
              <p:cNvSpPr/>
              <p:nvPr/>
            </p:nvSpPr>
            <p:spPr>
              <a:xfrm>
                <a:off x="2432901" y="2715185"/>
                <a:ext cx="316755" cy="316755"/>
              </a:xfrm>
              <a:prstGeom prst="ellipse">
                <a:avLst/>
              </a:prstGeom>
              <a:gradFill>
                <a:gsLst>
                  <a:gs pos="0">
                    <a:srgbClr val="0072FF">
                      <a:alpha val="40000"/>
                    </a:srgbClr>
                  </a:gs>
                  <a:gs pos="100000">
                    <a:srgbClr val="00C6FF">
                      <a:alpha val="40000"/>
                    </a:srgbClr>
                  </a:gs>
                </a:gsLst>
                <a:lin ang="2700000" scaled="0"/>
              </a:gradFill>
              <a:ln w="9525" cap="rnd" cmpd="sng">
                <a:solidFill>
                  <a:srgbClr val="0072FF">
                    <a:alpha val="4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274" name="Google Shape;274;p20"/>
            <p:cNvGrpSpPr/>
            <p:nvPr/>
          </p:nvGrpSpPr>
          <p:grpSpPr>
            <a:xfrm>
              <a:off x="-1225468" y="3843225"/>
              <a:ext cx="2802371" cy="433101"/>
              <a:chOff x="-34420" y="3843718"/>
              <a:chExt cx="2802371" cy="433101"/>
            </a:xfrm>
          </p:grpSpPr>
          <p:cxnSp>
            <p:nvCxnSpPr>
              <p:cNvPr id="275" name="Google Shape;275;p20"/>
              <p:cNvCxnSpPr/>
              <p:nvPr/>
            </p:nvCxnSpPr>
            <p:spPr>
              <a:xfrm>
                <a:off x="-34420" y="3843718"/>
                <a:ext cx="1402723" cy="0"/>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276" name="Google Shape;276;p20"/>
              <p:cNvCxnSpPr/>
              <p:nvPr/>
            </p:nvCxnSpPr>
            <p:spPr>
              <a:xfrm>
                <a:off x="1360748" y="3843718"/>
                <a:ext cx="327387" cy="274724"/>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277" name="Google Shape;277;p20"/>
              <p:cNvCxnSpPr/>
              <p:nvPr/>
            </p:nvCxnSpPr>
            <p:spPr>
              <a:xfrm>
                <a:off x="1688135" y="4118442"/>
                <a:ext cx="763061" cy="0"/>
              </a:xfrm>
              <a:prstGeom prst="straightConnector1">
                <a:avLst/>
              </a:prstGeom>
              <a:noFill/>
              <a:ln w="38100" cap="rnd" cmpd="sng">
                <a:solidFill>
                  <a:srgbClr val="0072FF">
                    <a:alpha val="40000"/>
                  </a:srgbClr>
                </a:solidFill>
                <a:prstDash val="solid"/>
                <a:round/>
                <a:headEnd type="none" w="sm" len="sm"/>
                <a:tailEnd type="none" w="sm" len="sm"/>
              </a:ln>
            </p:spPr>
          </p:cxnSp>
          <p:sp>
            <p:nvSpPr>
              <p:cNvPr id="278" name="Google Shape;278;p20"/>
              <p:cNvSpPr/>
              <p:nvPr/>
            </p:nvSpPr>
            <p:spPr>
              <a:xfrm>
                <a:off x="2451196" y="3960064"/>
                <a:ext cx="316755" cy="316755"/>
              </a:xfrm>
              <a:prstGeom prst="ellipse">
                <a:avLst/>
              </a:prstGeom>
              <a:gradFill>
                <a:gsLst>
                  <a:gs pos="0">
                    <a:srgbClr val="0072FF">
                      <a:alpha val="40000"/>
                    </a:srgbClr>
                  </a:gs>
                  <a:gs pos="100000">
                    <a:srgbClr val="00C6FF">
                      <a:alpha val="40000"/>
                    </a:srgbClr>
                  </a:gs>
                </a:gsLst>
                <a:lin ang="2700000" scaled="0"/>
              </a:gradFill>
              <a:ln w="9525" cap="rnd" cmpd="sng">
                <a:solidFill>
                  <a:srgbClr val="0072FF">
                    <a:alpha val="4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sp>
        <p:nvSpPr>
          <p:cNvPr id="279" name="Google Shape;279;p20"/>
          <p:cNvSpPr/>
          <p:nvPr/>
        </p:nvSpPr>
        <p:spPr>
          <a:xfrm>
            <a:off x="82718" y="6583140"/>
            <a:ext cx="233916" cy="233916"/>
          </a:xfrm>
          <a:prstGeom prst="ellipse">
            <a:avLst/>
          </a:prstGeom>
          <a:gradFill>
            <a:gsLst>
              <a:gs pos="0">
                <a:srgbClr val="0072FF"/>
              </a:gs>
              <a:gs pos="99000">
                <a:srgbClr val="00C6FF"/>
              </a:gs>
              <a:gs pos="100000">
                <a:srgbClr val="00C6F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Arial"/>
              <a:ea typeface="Arial"/>
              <a:cs typeface="Arial"/>
              <a:sym typeface="Arial"/>
            </a:endParaRPr>
          </a:p>
        </p:txBody>
      </p:sp>
      <p:sp>
        <p:nvSpPr>
          <p:cNvPr id="280" name="Google Shape;280;p20"/>
          <p:cNvSpPr txBox="1">
            <a:spLocks noGrp="1"/>
          </p:cNvSpPr>
          <p:nvPr>
            <p:ph type="sldNum" idx="12"/>
          </p:nvPr>
        </p:nvSpPr>
        <p:spPr>
          <a:xfrm>
            <a:off x="58527" y="6566400"/>
            <a:ext cx="291600" cy="2916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700">
                <a:solidFill>
                  <a:schemeClr val="lt1"/>
                </a:solidFill>
                <a:latin typeface="Arial"/>
                <a:ea typeface="Arial"/>
                <a:cs typeface="Arial"/>
                <a:sym typeface="Arial"/>
              </a:defRPr>
            </a:lvl1pPr>
            <a:lvl2pPr marL="0" lvl="1" indent="0" algn="ctr">
              <a:spcBef>
                <a:spcPts val="0"/>
              </a:spcBef>
              <a:buNone/>
              <a:defRPr sz="700">
                <a:solidFill>
                  <a:schemeClr val="lt1"/>
                </a:solidFill>
                <a:latin typeface="Arial"/>
                <a:ea typeface="Arial"/>
                <a:cs typeface="Arial"/>
                <a:sym typeface="Arial"/>
              </a:defRPr>
            </a:lvl2pPr>
            <a:lvl3pPr marL="0" lvl="2" indent="0" algn="ctr">
              <a:spcBef>
                <a:spcPts val="0"/>
              </a:spcBef>
              <a:buNone/>
              <a:defRPr sz="700">
                <a:solidFill>
                  <a:schemeClr val="lt1"/>
                </a:solidFill>
                <a:latin typeface="Arial"/>
                <a:ea typeface="Arial"/>
                <a:cs typeface="Arial"/>
                <a:sym typeface="Arial"/>
              </a:defRPr>
            </a:lvl3pPr>
            <a:lvl4pPr marL="0" lvl="3" indent="0" algn="ctr">
              <a:spcBef>
                <a:spcPts val="0"/>
              </a:spcBef>
              <a:buNone/>
              <a:defRPr sz="700">
                <a:solidFill>
                  <a:schemeClr val="lt1"/>
                </a:solidFill>
                <a:latin typeface="Arial"/>
                <a:ea typeface="Arial"/>
                <a:cs typeface="Arial"/>
                <a:sym typeface="Arial"/>
              </a:defRPr>
            </a:lvl4pPr>
            <a:lvl5pPr marL="0" lvl="4" indent="0" algn="ctr">
              <a:spcBef>
                <a:spcPts val="0"/>
              </a:spcBef>
              <a:buNone/>
              <a:defRPr sz="700">
                <a:solidFill>
                  <a:schemeClr val="lt1"/>
                </a:solidFill>
                <a:latin typeface="Arial"/>
                <a:ea typeface="Arial"/>
                <a:cs typeface="Arial"/>
                <a:sym typeface="Arial"/>
              </a:defRPr>
            </a:lvl5pPr>
            <a:lvl6pPr marL="0" lvl="5" indent="0" algn="ctr">
              <a:spcBef>
                <a:spcPts val="0"/>
              </a:spcBef>
              <a:buNone/>
              <a:defRPr sz="700">
                <a:solidFill>
                  <a:schemeClr val="lt1"/>
                </a:solidFill>
                <a:latin typeface="Arial"/>
                <a:ea typeface="Arial"/>
                <a:cs typeface="Arial"/>
                <a:sym typeface="Arial"/>
              </a:defRPr>
            </a:lvl6pPr>
            <a:lvl7pPr marL="0" lvl="6" indent="0" algn="ctr">
              <a:spcBef>
                <a:spcPts val="0"/>
              </a:spcBef>
              <a:buNone/>
              <a:defRPr sz="700">
                <a:solidFill>
                  <a:schemeClr val="lt1"/>
                </a:solidFill>
                <a:latin typeface="Arial"/>
                <a:ea typeface="Arial"/>
                <a:cs typeface="Arial"/>
                <a:sym typeface="Arial"/>
              </a:defRPr>
            </a:lvl7pPr>
            <a:lvl8pPr marL="0" lvl="7" indent="0" algn="ctr">
              <a:spcBef>
                <a:spcPts val="0"/>
              </a:spcBef>
              <a:buNone/>
              <a:defRPr sz="700">
                <a:solidFill>
                  <a:schemeClr val="lt1"/>
                </a:solidFill>
                <a:latin typeface="Arial"/>
                <a:ea typeface="Arial"/>
                <a:cs typeface="Arial"/>
                <a:sym typeface="Arial"/>
              </a:defRPr>
            </a:lvl8pPr>
            <a:lvl9pPr marL="0" lvl="8" indent="0" algn="ctr">
              <a:spcBef>
                <a:spcPts val="0"/>
              </a:spcBef>
              <a:buNone/>
              <a:defRPr sz="700">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vi-VN"/>
              <a:t>‹#›</a:t>
            </a:fld>
            <a:endParaRPr/>
          </a:p>
        </p:txBody>
      </p:sp>
      <p:sp>
        <p:nvSpPr>
          <p:cNvPr id="281" name="Google Shape;281;p20"/>
          <p:cNvSpPr txBox="1"/>
          <p:nvPr/>
        </p:nvSpPr>
        <p:spPr>
          <a:xfrm>
            <a:off x="4702630" y="640081"/>
            <a:ext cx="3028822" cy="646331"/>
          </a:xfrm>
          <a:prstGeom prst="rect">
            <a:avLst/>
          </a:prstGeom>
          <a:gradFill>
            <a:gsLst>
              <a:gs pos="0">
                <a:srgbClr val="0072FF"/>
              </a:gs>
              <a:gs pos="100000">
                <a:srgbClr val="00C6FF"/>
              </a:gs>
            </a:gsLst>
            <a:path path="circle">
              <a:fillToRect l="50000" t="50000" r="50000" b="50000"/>
            </a:path>
            <a:tileRect/>
          </a:grad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endParaRPr sz="3600" b="1">
              <a:solidFill>
                <a:schemeClr val="lt1"/>
              </a:solidFill>
              <a:latin typeface="Times New Roman"/>
              <a:ea typeface="Times New Roman"/>
              <a:cs typeface="Times New Roman"/>
              <a:sym typeface="Times New Roman"/>
            </a:endParaRPr>
          </a:p>
        </p:txBody>
      </p:sp>
      <p:sp>
        <p:nvSpPr>
          <p:cNvPr id="282" name="Google Shape;282;p20"/>
          <p:cNvSpPr txBox="1">
            <a:spLocks noGrp="1"/>
          </p:cNvSpPr>
          <p:nvPr>
            <p:ph type="body" idx="1"/>
          </p:nvPr>
        </p:nvSpPr>
        <p:spPr>
          <a:xfrm>
            <a:off x="2033899" y="1559014"/>
            <a:ext cx="8124204" cy="4153664"/>
          </a:xfrm>
          <a:prstGeom prst="rect">
            <a:avLst/>
          </a:prstGeom>
          <a:noFill/>
          <a:ln>
            <a:noFill/>
          </a:ln>
        </p:spPr>
        <p:txBody>
          <a:bodyPr spcFirstLastPara="1" wrap="square" lIns="91425" tIns="45700" rIns="91425" bIns="45700" anchor="ctr" anchorCtr="0">
            <a:normAutofit/>
          </a:bodyPr>
          <a:lstStyle>
            <a:lvl1pPr marL="457200" lvl="0" indent="-406400" algn="just">
              <a:lnSpc>
                <a:spcPct val="130000"/>
              </a:lnSpc>
              <a:spcBef>
                <a:spcPts val="300"/>
              </a:spcBef>
              <a:spcAft>
                <a:spcPts val="0"/>
              </a:spcAft>
              <a:buClr>
                <a:schemeClr val="dk1"/>
              </a:buClr>
              <a:buSzPts val="2800"/>
              <a:buFont typeface="Calibri"/>
              <a:buAutoNum type="arabicPeriod"/>
              <a:defRPr sz="2800">
                <a:latin typeface="Arial"/>
                <a:ea typeface="Arial"/>
                <a:cs typeface="Arial"/>
                <a:sym typeface="Arial"/>
              </a:defRPr>
            </a:lvl1pPr>
            <a:lvl2pPr marL="914400" lvl="1" indent="-381000" algn="ctr">
              <a:lnSpc>
                <a:spcPct val="90000"/>
              </a:lnSpc>
              <a:spcBef>
                <a:spcPts val="500"/>
              </a:spcBef>
              <a:spcAft>
                <a:spcPts val="0"/>
              </a:spcAft>
              <a:buClr>
                <a:schemeClr val="dk1"/>
              </a:buClr>
              <a:buSzPts val="2400"/>
              <a:buFont typeface="Calibri"/>
              <a:buAutoNum type="arabicPeriod"/>
              <a:defRPr>
                <a:latin typeface="Arial"/>
                <a:ea typeface="Arial"/>
                <a:cs typeface="Arial"/>
                <a:sym typeface="Arial"/>
              </a:defRPr>
            </a:lvl2pPr>
            <a:lvl3pPr marL="1371600" lvl="2" indent="-355600" algn="ctr">
              <a:lnSpc>
                <a:spcPct val="90000"/>
              </a:lnSpc>
              <a:spcBef>
                <a:spcPts val="500"/>
              </a:spcBef>
              <a:spcAft>
                <a:spcPts val="0"/>
              </a:spcAft>
              <a:buClr>
                <a:schemeClr val="dk1"/>
              </a:buClr>
              <a:buSzPts val="2000"/>
              <a:buFont typeface="Calibri"/>
              <a:buAutoNum type="arabicPeriod"/>
              <a:defRPr>
                <a:latin typeface="Arial"/>
                <a:ea typeface="Arial"/>
                <a:cs typeface="Arial"/>
                <a:sym typeface="Arial"/>
              </a:defRPr>
            </a:lvl3pPr>
            <a:lvl4pPr marL="1828800" lvl="3" indent="-342900" algn="ctr">
              <a:lnSpc>
                <a:spcPct val="90000"/>
              </a:lnSpc>
              <a:spcBef>
                <a:spcPts val="500"/>
              </a:spcBef>
              <a:spcAft>
                <a:spcPts val="0"/>
              </a:spcAft>
              <a:buClr>
                <a:schemeClr val="dk1"/>
              </a:buClr>
              <a:buSzPts val="1800"/>
              <a:buFont typeface="Calibri"/>
              <a:buAutoNum type="arabicPeriod"/>
              <a:defRPr>
                <a:latin typeface="Arial"/>
                <a:ea typeface="Arial"/>
                <a:cs typeface="Arial"/>
                <a:sym typeface="Arial"/>
              </a:defRPr>
            </a:lvl4pPr>
            <a:lvl5pPr marL="2286000" lvl="4" indent="-342900" algn="ctr">
              <a:lnSpc>
                <a:spcPct val="90000"/>
              </a:lnSpc>
              <a:spcBef>
                <a:spcPts val="500"/>
              </a:spcBef>
              <a:spcAft>
                <a:spcPts val="0"/>
              </a:spcAft>
              <a:buClr>
                <a:schemeClr val="dk1"/>
              </a:buClr>
              <a:buSzPts val="1800"/>
              <a:buFont typeface="Calibri"/>
              <a:buAutoNum type="arabicPeriod"/>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3" name="Google Shape;283;p20"/>
          <p:cNvSpPr/>
          <p:nvPr/>
        </p:nvSpPr>
        <p:spPr>
          <a:xfrm rot="10800000">
            <a:off x="0" y="0"/>
            <a:ext cx="715617" cy="616911"/>
          </a:xfrm>
          <a:prstGeom prst="triangle">
            <a:avLst>
              <a:gd name="adj" fmla="val 100000"/>
            </a:avLst>
          </a:prstGeom>
          <a:solidFill>
            <a:srgbClr val="0072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284" name="Google Shape;284;p20"/>
          <p:cNvGrpSpPr/>
          <p:nvPr/>
        </p:nvGrpSpPr>
        <p:grpSpPr>
          <a:xfrm>
            <a:off x="58527" y="40944"/>
            <a:ext cx="2869771" cy="886519"/>
            <a:chOff x="44879" y="27296"/>
            <a:chExt cx="2869771" cy="886519"/>
          </a:xfrm>
        </p:grpSpPr>
        <p:cxnSp>
          <p:nvCxnSpPr>
            <p:cNvPr id="285" name="Google Shape;285;p20"/>
            <p:cNvCxnSpPr/>
            <p:nvPr/>
          </p:nvCxnSpPr>
          <p:spPr>
            <a:xfrm rot="10800000">
              <a:off x="766351" y="34631"/>
              <a:ext cx="2148299" cy="0"/>
            </a:xfrm>
            <a:prstGeom prst="straightConnector1">
              <a:avLst/>
            </a:prstGeom>
            <a:noFill/>
            <a:ln w="38100" cap="flat" cmpd="sng">
              <a:solidFill>
                <a:srgbClr val="00C6FF"/>
              </a:solidFill>
              <a:prstDash val="solid"/>
              <a:miter lim="800000"/>
              <a:headEnd type="none" w="sm" len="sm"/>
              <a:tailEnd type="none" w="sm" len="sm"/>
            </a:ln>
          </p:spPr>
        </p:cxnSp>
        <p:cxnSp>
          <p:nvCxnSpPr>
            <p:cNvPr id="286" name="Google Shape;286;p20"/>
            <p:cNvCxnSpPr/>
            <p:nvPr/>
          </p:nvCxnSpPr>
          <p:spPr>
            <a:xfrm flipH="1">
              <a:off x="44879" y="27296"/>
              <a:ext cx="737495" cy="644210"/>
            </a:xfrm>
            <a:prstGeom prst="straightConnector1">
              <a:avLst/>
            </a:prstGeom>
            <a:noFill/>
            <a:ln w="38100" cap="flat" cmpd="sng">
              <a:solidFill>
                <a:srgbClr val="00C6FF"/>
              </a:solidFill>
              <a:prstDash val="solid"/>
              <a:miter lim="800000"/>
              <a:headEnd type="none" w="sm" len="sm"/>
              <a:tailEnd type="none" w="sm" len="sm"/>
            </a:ln>
          </p:spPr>
        </p:cxnSp>
        <p:cxnSp>
          <p:nvCxnSpPr>
            <p:cNvPr id="287" name="Google Shape;287;p20"/>
            <p:cNvCxnSpPr/>
            <p:nvPr/>
          </p:nvCxnSpPr>
          <p:spPr>
            <a:xfrm rot="10800000">
              <a:off x="52214" y="654128"/>
              <a:ext cx="0" cy="259687"/>
            </a:xfrm>
            <a:prstGeom prst="straightConnector1">
              <a:avLst/>
            </a:prstGeom>
            <a:noFill/>
            <a:ln w="38100" cap="flat" cmpd="sng">
              <a:solidFill>
                <a:srgbClr val="00C6FF"/>
              </a:solidFill>
              <a:prstDash val="solid"/>
              <a:miter lim="800000"/>
              <a:headEnd type="none" w="sm" len="sm"/>
              <a:tailEnd type="none" w="sm" len="sm"/>
            </a:ln>
          </p:spPr>
        </p:cxnSp>
      </p:grpSp>
      <p:sp>
        <p:nvSpPr>
          <p:cNvPr id="288" name="Google Shape;288;p20"/>
          <p:cNvSpPr txBox="1">
            <a:spLocks noGrp="1"/>
          </p:cNvSpPr>
          <p:nvPr>
            <p:ph type="dt" idx="10"/>
          </p:nvPr>
        </p:nvSpPr>
        <p:spPr>
          <a:xfrm>
            <a:off x="796022" y="6454635"/>
            <a:ext cx="2132276" cy="26684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9" name="Google Shape;289;p20"/>
          <p:cNvSpPr txBox="1">
            <a:spLocks noGrp="1"/>
          </p:cNvSpPr>
          <p:nvPr>
            <p:ph type="body" idx="2"/>
          </p:nvPr>
        </p:nvSpPr>
        <p:spPr>
          <a:xfrm>
            <a:off x="4859729" y="734646"/>
            <a:ext cx="2714625" cy="457200"/>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lt1"/>
              </a:buClr>
              <a:buSzPts val="3600"/>
              <a:buNone/>
              <a:defRPr sz="3600" b="1">
                <a:solidFill>
                  <a:schemeClr val="lt1"/>
                </a:solidFill>
                <a:latin typeface="Times New Roman"/>
                <a:ea typeface="Times New Roman"/>
                <a:cs typeface="Times New Roman"/>
                <a:sym typeface="Times New Roma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0" name="Google Shape;290;p20"/>
          <p:cNvSpPr/>
          <p:nvPr/>
        </p:nvSpPr>
        <p:spPr>
          <a:xfrm>
            <a:off x="11589537" y="105878"/>
            <a:ext cx="489307" cy="405155"/>
          </a:xfrm>
          <a:custGeom>
            <a:avLst/>
            <a:gdLst/>
            <a:ahLst/>
            <a:cxnLst/>
            <a:rect l="l" t="t" r="r" b="b"/>
            <a:pathLst>
              <a:path w="489307" h="405155" extrusionOk="0">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êu đề chương">
  <p:cSld name="Tiêu đề chương">
    <p:spTree>
      <p:nvGrpSpPr>
        <p:cNvPr id="1" name="Shape 291"/>
        <p:cNvGrpSpPr/>
        <p:nvPr/>
      </p:nvGrpSpPr>
      <p:grpSpPr>
        <a:xfrm>
          <a:off x="0" y="0"/>
          <a:ext cx="0" cy="0"/>
          <a:chOff x="0" y="0"/>
          <a:chExt cx="0" cy="0"/>
        </a:xfrm>
      </p:grpSpPr>
      <p:pic>
        <p:nvPicPr>
          <p:cNvPr id="292" name="Google Shape;292;p21" descr="Background pattern&#10;&#10;Description automatically generated"/>
          <p:cNvPicPr preferRelativeResize="0"/>
          <p:nvPr/>
        </p:nvPicPr>
        <p:blipFill rotWithShape="1">
          <a:blip r:embed="rId2">
            <a:alphaModFix/>
          </a:blip>
          <a:srcRect/>
          <a:stretch/>
        </p:blipFill>
        <p:spPr>
          <a:xfrm>
            <a:off x="-1" y="-1"/>
            <a:ext cx="12192001" cy="6854889"/>
          </a:xfrm>
          <a:prstGeom prst="rect">
            <a:avLst/>
          </a:prstGeom>
          <a:noFill/>
          <a:ln>
            <a:noFill/>
          </a:ln>
        </p:spPr>
      </p:pic>
      <p:sp>
        <p:nvSpPr>
          <p:cNvPr id="293" name="Google Shape;293;p21"/>
          <p:cNvSpPr/>
          <p:nvPr/>
        </p:nvSpPr>
        <p:spPr>
          <a:xfrm>
            <a:off x="-1" y="-3113"/>
            <a:ext cx="12192000" cy="6858000"/>
          </a:xfrm>
          <a:prstGeom prst="rect">
            <a:avLst/>
          </a:prstGeom>
          <a:gradFill>
            <a:gsLst>
              <a:gs pos="0">
                <a:srgbClr val="0A4671">
                  <a:alpha val="74901"/>
                </a:srgbClr>
              </a:gs>
              <a:gs pos="100000">
                <a:srgbClr val="0A467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4" name="Google Shape;294;p21"/>
          <p:cNvSpPr/>
          <p:nvPr/>
        </p:nvSpPr>
        <p:spPr>
          <a:xfrm rot="10800000">
            <a:off x="0" y="0"/>
            <a:ext cx="715617" cy="616911"/>
          </a:xfrm>
          <a:prstGeom prst="triangle">
            <a:avLst>
              <a:gd name="adj" fmla="val 100000"/>
            </a:avLst>
          </a:prstGeom>
          <a:solidFill>
            <a:srgbClr val="00F7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295" name="Google Shape;295;p21"/>
          <p:cNvGrpSpPr/>
          <p:nvPr/>
        </p:nvGrpSpPr>
        <p:grpSpPr>
          <a:xfrm>
            <a:off x="58527" y="40944"/>
            <a:ext cx="2869771" cy="1563379"/>
            <a:chOff x="44879" y="27296"/>
            <a:chExt cx="2869771" cy="1563379"/>
          </a:xfrm>
        </p:grpSpPr>
        <p:cxnSp>
          <p:nvCxnSpPr>
            <p:cNvPr id="296" name="Google Shape;296;p21"/>
            <p:cNvCxnSpPr/>
            <p:nvPr/>
          </p:nvCxnSpPr>
          <p:spPr>
            <a:xfrm rot="10800000">
              <a:off x="766351" y="34631"/>
              <a:ext cx="2148299" cy="0"/>
            </a:xfrm>
            <a:prstGeom prst="straightConnector1">
              <a:avLst/>
            </a:prstGeom>
            <a:noFill/>
            <a:ln w="38100" cap="flat" cmpd="sng">
              <a:solidFill>
                <a:srgbClr val="00F7FF"/>
              </a:solidFill>
              <a:prstDash val="solid"/>
              <a:miter lim="800000"/>
              <a:headEnd type="none" w="sm" len="sm"/>
              <a:tailEnd type="none" w="sm" len="sm"/>
            </a:ln>
          </p:spPr>
        </p:cxnSp>
        <p:cxnSp>
          <p:nvCxnSpPr>
            <p:cNvPr id="297" name="Google Shape;297;p21"/>
            <p:cNvCxnSpPr/>
            <p:nvPr/>
          </p:nvCxnSpPr>
          <p:spPr>
            <a:xfrm flipH="1">
              <a:off x="44879" y="27296"/>
              <a:ext cx="737495" cy="644210"/>
            </a:xfrm>
            <a:prstGeom prst="straightConnector1">
              <a:avLst/>
            </a:prstGeom>
            <a:noFill/>
            <a:ln w="38100" cap="flat" cmpd="sng">
              <a:solidFill>
                <a:srgbClr val="00F7FF"/>
              </a:solidFill>
              <a:prstDash val="solid"/>
              <a:miter lim="800000"/>
              <a:headEnd type="none" w="sm" len="sm"/>
              <a:tailEnd type="none" w="sm" len="sm"/>
            </a:ln>
          </p:spPr>
        </p:cxnSp>
        <p:cxnSp>
          <p:nvCxnSpPr>
            <p:cNvPr id="298" name="Google Shape;298;p21"/>
            <p:cNvCxnSpPr/>
            <p:nvPr/>
          </p:nvCxnSpPr>
          <p:spPr>
            <a:xfrm rot="10800000">
              <a:off x="52214" y="654128"/>
              <a:ext cx="0" cy="936547"/>
            </a:xfrm>
            <a:prstGeom prst="straightConnector1">
              <a:avLst/>
            </a:prstGeom>
            <a:noFill/>
            <a:ln w="38100" cap="flat" cmpd="sng">
              <a:solidFill>
                <a:srgbClr val="00F7FF"/>
              </a:solidFill>
              <a:prstDash val="solid"/>
              <a:miter lim="800000"/>
              <a:headEnd type="none" w="sm" len="sm"/>
              <a:tailEnd type="none" w="sm" len="sm"/>
            </a:ln>
          </p:spPr>
        </p:cxnSp>
      </p:grpSp>
      <p:sp>
        <p:nvSpPr>
          <p:cNvPr id="299" name="Google Shape;299;p21"/>
          <p:cNvSpPr/>
          <p:nvPr/>
        </p:nvSpPr>
        <p:spPr>
          <a:xfrm>
            <a:off x="11476383" y="6241089"/>
            <a:ext cx="715617" cy="616911"/>
          </a:xfrm>
          <a:prstGeom prst="triangle">
            <a:avLst>
              <a:gd name="adj" fmla="val 100000"/>
            </a:avLst>
          </a:prstGeom>
          <a:solidFill>
            <a:srgbClr val="00F7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300" name="Google Shape;300;p21"/>
          <p:cNvGrpSpPr/>
          <p:nvPr/>
        </p:nvGrpSpPr>
        <p:grpSpPr>
          <a:xfrm rot="10800000">
            <a:off x="9263702" y="5253677"/>
            <a:ext cx="2869771" cy="1563379"/>
            <a:chOff x="44879" y="27296"/>
            <a:chExt cx="2869771" cy="1563379"/>
          </a:xfrm>
        </p:grpSpPr>
        <p:cxnSp>
          <p:nvCxnSpPr>
            <p:cNvPr id="301" name="Google Shape;301;p21"/>
            <p:cNvCxnSpPr/>
            <p:nvPr/>
          </p:nvCxnSpPr>
          <p:spPr>
            <a:xfrm rot="10800000">
              <a:off x="766351" y="34631"/>
              <a:ext cx="2148299" cy="0"/>
            </a:xfrm>
            <a:prstGeom prst="straightConnector1">
              <a:avLst/>
            </a:prstGeom>
            <a:noFill/>
            <a:ln w="38100" cap="rnd" cmpd="sng">
              <a:solidFill>
                <a:srgbClr val="00F7FF"/>
              </a:solidFill>
              <a:prstDash val="solid"/>
              <a:round/>
              <a:headEnd type="none" w="sm" len="sm"/>
              <a:tailEnd type="none" w="sm" len="sm"/>
            </a:ln>
          </p:spPr>
        </p:cxnSp>
        <p:cxnSp>
          <p:nvCxnSpPr>
            <p:cNvPr id="302" name="Google Shape;302;p21"/>
            <p:cNvCxnSpPr/>
            <p:nvPr/>
          </p:nvCxnSpPr>
          <p:spPr>
            <a:xfrm flipH="1">
              <a:off x="44879" y="27296"/>
              <a:ext cx="737495" cy="644210"/>
            </a:xfrm>
            <a:prstGeom prst="straightConnector1">
              <a:avLst/>
            </a:prstGeom>
            <a:noFill/>
            <a:ln w="38100" cap="rnd" cmpd="sng">
              <a:solidFill>
                <a:srgbClr val="00F7FF"/>
              </a:solidFill>
              <a:prstDash val="solid"/>
              <a:round/>
              <a:headEnd type="none" w="sm" len="sm"/>
              <a:tailEnd type="none" w="sm" len="sm"/>
            </a:ln>
          </p:spPr>
        </p:cxnSp>
        <p:cxnSp>
          <p:nvCxnSpPr>
            <p:cNvPr id="303" name="Google Shape;303;p21"/>
            <p:cNvCxnSpPr/>
            <p:nvPr/>
          </p:nvCxnSpPr>
          <p:spPr>
            <a:xfrm rot="10800000">
              <a:off x="52214" y="654128"/>
              <a:ext cx="0" cy="936547"/>
            </a:xfrm>
            <a:prstGeom prst="straightConnector1">
              <a:avLst/>
            </a:prstGeom>
            <a:noFill/>
            <a:ln w="38100" cap="rnd" cmpd="sng">
              <a:solidFill>
                <a:srgbClr val="00F7FF"/>
              </a:solidFill>
              <a:prstDash val="solid"/>
              <a:round/>
              <a:headEnd type="none" w="sm" len="sm"/>
              <a:tailEnd type="none" w="sm" len="sm"/>
            </a:ln>
          </p:spPr>
        </p:cxnSp>
      </p:grpSp>
      <p:sp>
        <p:nvSpPr>
          <p:cNvPr id="304" name="Google Shape;304;p21"/>
          <p:cNvSpPr/>
          <p:nvPr/>
        </p:nvSpPr>
        <p:spPr>
          <a:xfrm>
            <a:off x="11589537" y="105878"/>
            <a:ext cx="489307" cy="405155"/>
          </a:xfrm>
          <a:custGeom>
            <a:avLst/>
            <a:gdLst/>
            <a:ahLst/>
            <a:cxnLst/>
            <a:rect l="l" t="t" r="r" b="b"/>
            <a:pathLst>
              <a:path w="489307" h="405155" extrusionOk="0">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5" name="Google Shape;305;p21"/>
          <p:cNvSpPr txBox="1">
            <a:spLocks noGrp="1"/>
          </p:cNvSpPr>
          <p:nvPr>
            <p:ph type="body" idx="1"/>
          </p:nvPr>
        </p:nvSpPr>
        <p:spPr>
          <a:xfrm>
            <a:off x="1470929" y="2095027"/>
            <a:ext cx="9941071" cy="884656"/>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rgbClr val="00F7FF"/>
              </a:buClr>
              <a:buSzPts val="4400"/>
              <a:buNone/>
              <a:defRPr sz="4400" b="1">
                <a:solidFill>
                  <a:srgbClr val="00F7FF"/>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6" name="Google Shape;306;p21"/>
          <p:cNvSpPr txBox="1">
            <a:spLocks noGrp="1"/>
          </p:cNvSpPr>
          <p:nvPr>
            <p:ph type="body" idx="2"/>
          </p:nvPr>
        </p:nvSpPr>
        <p:spPr>
          <a:xfrm>
            <a:off x="1470930" y="3169159"/>
            <a:ext cx="9941070" cy="695175"/>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2800"/>
              <a:buNone/>
              <a:defRPr sz="2800" b="1">
                <a:solidFill>
                  <a:schemeClr val="lt1"/>
                </a:solidFill>
                <a:latin typeface="Times New Roman"/>
                <a:ea typeface="Times New Roman"/>
                <a:cs typeface="Times New Roman"/>
                <a:sym typeface="Times New Roma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7" name="Google Shape;307;p21"/>
          <p:cNvSpPr txBox="1">
            <a:spLocks noGrp="1"/>
          </p:cNvSpPr>
          <p:nvPr>
            <p:ph type="body" idx="3"/>
          </p:nvPr>
        </p:nvSpPr>
        <p:spPr>
          <a:xfrm>
            <a:off x="1470930" y="4137397"/>
            <a:ext cx="7147030" cy="916698"/>
          </a:xfrm>
          <a:prstGeom prst="rect">
            <a:avLst/>
          </a:prstGeom>
          <a:noFill/>
          <a:ln>
            <a:noFill/>
          </a:ln>
        </p:spPr>
        <p:txBody>
          <a:bodyPr spcFirstLastPara="1" wrap="square" lIns="91425" tIns="45700" rIns="91425" bIns="45700" anchor="t" anchorCtr="0">
            <a:normAutofit/>
          </a:bodyPr>
          <a:lstStyle>
            <a:lvl1pPr marL="457200" lvl="0" indent="-228600" algn="l">
              <a:lnSpc>
                <a:spcPct val="150000"/>
              </a:lnSpc>
              <a:spcBef>
                <a:spcPts val="1000"/>
              </a:spcBef>
              <a:spcAft>
                <a:spcPts val="0"/>
              </a:spcAft>
              <a:buClr>
                <a:srgbClr val="F2F2F2"/>
              </a:buClr>
              <a:buSzPts val="1000"/>
              <a:buNone/>
              <a:defRPr sz="1000">
                <a:solidFill>
                  <a:srgbClr val="F2F2F2"/>
                </a:solidFill>
                <a:latin typeface="Times New Roman"/>
                <a:ea typeface="Times New Roman"/>
                <a:cs typeface="Times New Roman"/>
                <a:sym typeface="Times New Roma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8" name="Google Shape;308;p21"/>
          <p:cNvSpPr txBox="1">
            <a:spLocks noGrp="1"/>
          </p:cNvSpPr>
          <p:nvPr>
            <p:ph type="body" idx="4"/>
          </p:nvPr>
        </p:nvSpPr>
        <p:spPr>
          <a:xfrm>
            <a:off x="8896576" y="5231902"/>
            <a:ext cx="2521280" cy="1577819"/>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rgbClr val="00F7FF"/>
              </a:buClr>
              <a:buSzPts val="12000"/>
              <a:buNone/>
              <a:defRPr sz="12000" b="1">
                <a:solidFill>
                  <a:srgbClr val="00F7FF"/>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cxnSp>
        <p:nvCxnSpPr>
          <p:cNvPr id="309" name="Google Shape;309;p21"/>
          <p:cNvCxnSpPr/>
          <p:nvPr/>
        </p:nvCxnSpPr>
        <p:spPr>
          <a:xfrm>
            <a:off x="1574156" y="2979683"/>
            <a:ext cx="3565003" cy="0"/>
          </a:xfrm>
          <a:prstGeom prst="straightConnector1">
            <a:avLst/>
          </a:prstGeom>
          <a:noFill/>
          <a:ln w="25400" cap="rnd" cmpd="sng">
            <a:solidFill>
              <a:srgbClr val="00F7FF"/>
            </a:solidFill>
            <a:prstDash val="solid"/>
            <a:round/>
            <a:headEnd type="none" w="sm" len="sm"/>
            <a:tailEnd type="none" w="sm" len="sm"/>
          </a:ln>
        </p:spPr>
      </p:cxnSp>
      <p:sp>
        <p:nvSpPr>
          <p:cNvPr id="310" name="Google Shape;310;p21"/>
          <p:cNvSpPr txBox="1">
            <a:spLocks noGrp="1"/>
          </p:cNvSpPr>
          <p:nvPr>
            <p:ph type="dt" idx="10"/>
          </p:nvPr>
        </p:nvSpPr>
        <p:spPr>
          <a:xfrm>
            <a:off x="6060300" y="6481647"/>
            <a:ext cx="2090098" cy="23982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solidFill>
                  <a:srgbClr val="D8D8D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1" name="Google Shape;311;p21"/>
          <p:cNvSpPr txBox="1">
            <a:spLocks noGrp="1"/>
          </p:cNvSpPr>
          <p:nvPr>
            <p:ph type="ftr" idx="11"/>
          </p:nvPr>
        </p:nvSpPr>
        <p:spPr>
          <a:xfrm>
            <a:off x="838200" y="6481647"/>
            <a:ext cx="4475922" cy="23982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solidFill>
                  <a:srgbClr val="D8D8D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grpSp>
        <p:nvGrpSpPr>
          <p:cNvPr id="312" name="Google Shape;312;p21"/>
          <p:cNvGrpSpPr/>
          <p:nvPr/>
        </p:nvGrpSpPr>
        <p:grpSpPr>
          <a:xfrm>
            <a:off x="16026" y="4629289"/>
            <a:ext cx="434350" cy="2228711"/>
            <a:chOff x="16026" y="4629289"/>
            <a:chExt cx="434350" cy="2228711"/>
          </a:xfrm>
        </p:grpSpPr>
        <p:sp>
          <p:nvSpPr>
            <p:cNvPr id="313" name="Google Shape;313;p21"/>
            <p:cNvSpPr/>
            <p:nvPr/>
          </p:nvSpPr>
          <p:spPr>
            <a:xfrm>
              <a:off x="16026" y="4629289"/>
              <a:ext cx="434350" cy="346950"/>
            </a:xfrm>
            <a:prstGeom prst="rect">
              <a:avLst/>
            </a:prstGeom>
            <a:gradFill>
              <a:gsLst>
                <a:gs pos="0">
                  <a:srgbClr val="00F7FF"/>
                </a:gs>
                <a:gs pos="100000">
                  <a:srgbClr val="00F7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4" name="Google Shape;314;p21"/>
            <p:cNvSpPr/>
            <p:nvPr/>
          </p:nvSpPr>
          <p:spPr>
            <a:xfrm>
              <a:off x="16026" y="5005641"/>
              <a:ext cx="434350" cy="346950"/>
            </a:xfrm>
            <a:prstGeom prst="rect">
              <a:avLst/>
            </a:prstGeom>
            <a:gradFill>
              <a:gsLst>
                <a:gs pos="0">
                  <a:srgbClr val="00F7FF"/>
                </a:gs>
                <a:gs pos="100000">
                  <a:srgbClr val="00F7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5" name="Google Shape;315;p21"/>
            <p:cNvSpPr/>
            <p:nvPr/>
          </p:nvSpPr>
          <p:spPr>
            <a:xfrm>
              <a:off x="16026" y="5381993"/>
              <a:ext cx="434350" cy="346950"/>
            </a:xfrm>
            <a:prstGeom prst="rect">
              <a:avLst/>
            </a:prstGeom>
            <a:gradFill>
              <a:gsLst>
                <a:gs pos="0">
                  <a:srgbClr val="00F7FF"/>
                </a:gs>
                <a:gs pos="100000">
                  <a:srgbClr val="00F7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6" name="Google Shape;316;p21"/>
            <p:cNvSpPr/>
            <p:nvPr/>
          </p:nvSpPr>
          <p:spPr>
            <a:xfrm>
              <a:off x="16026" y="5758345"/>
              <a:ext cx="434350" cy="346950"/>
            </a:xfrm>
            <a:prstGeom prst="rect">
              <a:avLst/>
            </a:prstGeom>
            <a:gradFill>
              <a:gsLst>
                <a:gs pos="0">
                  <a:srgbClr val="00F7FF"/>
                </a:gs>
                <a:gs pos="100000">
                  <a:srgbClr val="00F7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7" name="Google Shape;317;p21"/>
            <p:cNvSpPr/>
            <p:nvPr/>
          </p:nvSpPr>
          <p:spPr>
            <a:xfrm>
              <a:off x="16026" y="6134697"/>
              <a:ext cx="434350" cy="346950"/>
            </a:xfrm>
            <a:prstGeom prst="rect">
              <a:avLst/>
            </a:prstGeom>
            <a:gradFill>
              <a:gsLst>
                <a:gs pos="0">
                  <a:srgbClr val="00F7FF"/>
                </a:gs>
                <a:gs pos="100000">
                  <a:srgbClr val="00F7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8" name="Google Shape;318;p21"/>
            <p:cNvSpPr/>
            <p:nvPr/>
          </p:nvSpPr>
          <p:spPr>
            <a:xfrm>
              <a:off x="16026" y="6511050"/>
              <a:ext cx="434350" cy="346950"/>
            </a:xfrm>
            <a:prstGeom prst="rect">
              <a:avLst/>
            </a:prstGeom>
            <a:gradFill>
              <a:gsLst>
                <a:gs pos="0">
                  <a:srgbClr val="00F7FF"/>
                </a:gs>
                <a:gs pos="100000">
                  <a:srgbClr val="00F7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319" name="Google Shape;319;p21"/>
          <p:cNvSpPr/>
          <p:nvPr/>
        </p:nvSpPr>
        <p:spPr>
          <a:xfrm>
            <a:off x="95208" y="6583150"/>
            <a:ext cx="233916" cy="23391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Arial"/>
              <a:ea typeface="Arial"/>
              <a:cs typeface="Arial"/>
              <a:sym typeface="Arial"/>
            </a:endParaRPr>
          </a:p>
        </p:txBody>
      </p:sp>
      <p:sp>
        <p:nvSpPr>
          <p:cNvPr id="320" name="Google Shape;320;p21"/>
          <p:cNvSpPr txBox="1">
            <a:spLocks noGrp="1"/>
          </p:cNvSpPr>
          <p:nvPr>
            <p:ph type="sldNum" idx="12"/>
          </p:nvPr>
        </p:nvSpPr>
        <p:spPr>
          <a:xfrm>
            <a:off x="65862" y="6542216"/>
            <a:ext cx="292608" cy="315784"/>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700">
                <a:solidFill>
                  <a:schemeClr val="dk1"/>
                </a:solidFill>
                <a:latin typeface="Arial"/>
                <a:ea typeface="Arial"/>
                <a:cs typeface="Arial"/>
                <a:sym typeface="Arial"/>
              </a:defRPr>
            </a:lvl1pPr>
            <a:lvl2pPr marL="0" lvl="1" indent="0" algn="ctr">
              <a:spcBef>
                <a:spcPts val="0"/>
              </a:spcBef>
              <a:buNone/>
              <a:defRPr sz="700">
                <a:solidFill>
                  <a:schemeClr val="dk1"/>
                </a:solidFill>
                <a:latin typeface="Arial"/>
                <a:ea typeface="Arial"/>
                <a:cs typeface="Arial"/>
                <a:sym typeface="Arial"/>
              </a:defRPr>
            </a:lvl2pPr>
            <a:lvl3pPr marL="0" lvl="2" indent="0" algn="ctr">
              <a:spcBef>
                <a:spcPts val="0"/>
              </a:spcBef>
              <a:buNone/>
              <a:defRPr sz="700">
                <a:solidFill>
                  <a:schemeClr val="dk1"/>
                </a:solidFill>
                <a:latin typeface="Arial"/>
                <a:ea typeface="Arial"/>
                <a:cs typeface="Arial"/>
                <a:sym typeface="Arial"/>
              </a:defRPr>
            </a:lvl3pPr>
            <a:lvl4pPr marL="0" lvl="3" indent="0" algn="ctr">
              <a:spcBef>
                <a:spcPts val="0"/>
              </a:spcBef>
              <a:buNone/>
              <a:defRPr sz="700">
                <a:solidFill>
                  <a:schemeClr val="dk1"/>
                </a:solidFill>
                <a:latin typeface="Arial"/>
                <a:ea typeface="Arial"/>
                <a:cs typeface="Arial"/>
                <a:sym typeface="Arial"/>
              </a:defRPr>
            </a:lvl4pPr>
            <a:lvl5pPr marL="0" lvl="4" indent="0" algn="ctr">
              <a:spcBef>
                <a:spcPts val="0"/>
              </a:spcBef>
              <a:buNone/>
              <a:defRPr sz="700">
                <a:solidFill>
                  <a:schemeClr val="dk1"/>
                </a:solidFill>
                <a:latin typeface="Arial"/>
                <a:ea typeface="Arial"/>
                <a:cs typeface="Arial"/>
                <a:sym typeface="Arial"/>
              </a:defRPr>
            </a:lvl5pPr>
            <a:lvl6pPr marL="0" lvl="5" indent="0" algn="ctr">
              <a:spcBef>
                <a:spcPts val="0"/>
              </a:spcBef>
              <a:buNone/>
              <a:defRPr sz="700">
                <a:solidFill>
                  <a:schemeClr val="dk1"/>
                </a:solidFill>
                <a:latin typeface="Arial"/>
                <a:ea typeface="Arial"/>
                <a:cs typeface="Arial"/>
                <a:sym typeface="Arial"/>
              </a:defRPr>
            </a:lvl6pPr>
            <a:lvl7pPr marL="0" lvl="6" indent="0" algn="ctr">
              <a:spcBef>
                <a:spcPts val="0"/>
              </a:spcBef>
              <a:buNone/>
              <a:defRPr sz="700">
                <a:solidFill>
                  <a:schemeClr val="dk1"/>
                </a:solidFill>
                <a:latin typeface="Arial"/>
                <a:ea typeface="Arial"/>
                <a:cs typeface="Arial"/>
                <a:sym typeface="Arial"/>
              </a:defRPr>
            </a:lvl7pPr>
            <a:lvl8pPr marL="0" lvl="7" indent="0" algn="ctr">
              <a:spcBef>
                <a:spcPts val="0"/>
              </a:spcBef>
              <a:buNone/>
              <a:defRPr sz="700">
                <a:solidFill>
                  <a:schemeClr val="dk1"/>
                </a:solidFill>
                <a:latin typeface="Arial"/>
                <a:ea typeface="Arial"/>
                <a:cs typeface="Arial"/>
                <a:sym typeface="Arial"/>
              </a:defRPr>
            </a:lvl8pPr>
            <a:lvl9pPr marL="0" lvl="8" indent="0" algn="ctr">
              <a:spcBef>
                <a:spcPts val="0"/>
              </a:spcBef>
              <a:buNone/>
              <a:defRPr sz="700">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vi-VN"/>
              <a:t>‹#›</a:t>
            </a:fld>
            <a:endParaRPr/>
          </a:p>
        </p:txBody>
      </p:sp>
      <p:pic>
        <p:nvPicPr>
          <p:cNvPr id="321" name="Google Shape;321;p21" descr="Background pattern&#10;&#10;Description automatically generated"/>
          <p:cNvPicPr preferRelativeResize="0"/>
          <p:nvPr/>
        </p:nvPicPr>
        <p:blipFill rotWithShape="1">
          <a:blip r:embed="rId2">
            <a:alphaModFix/>
          </a:blip>
          <a:srcRect/>
          <a:stretch/>
        </p:blipFill>
        <p:spPr>
          <a:xfrm>
            <a:off x="-1" y="-1"/>
            <a:ext cx="12192001" cy="6854889"/>
          </a:xfrm>
          <a:prstGeom prst="rect">
            <a:avLst/>
          </a:prstGeom>
          <a:noFill/>
          <a:ln>
            <a:noFill/>
          </a:ln>
        </p:spPr>
      </p:pic>
      <p:sp>
        <p:nvSpPr>
          <p:cNvPr id="322" name="Google Shape;322;p21"/>
          <p:cNvSpPr/>
          <p:nvPr/>
        </p:nvSpPr>
        <p:spPr>
          <a:xfrm>
            <a:off x="0" y="0"/>
            <a:ext cx="12192000" cy="6858000"/>
          </a:xfrm>
          <a:prstGeom prst="rect">
            <a:avLst/>
          </a:prstGeom>
          <a:gradFill>
            <a:gsLst>
              <a:gs pos="0">
                <a:srgbClr val="0A4671">
                  <a:alpha val="74901"/>
                </a:srgbClr>
              </a:gs>
              <a:gs pos="100000">
                <a:srgbClr val="0A467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3" name="Google Shape;323;p21"/>
          <p:cNvSpPr/>
          <p:nvPr/>
        </p:nvSpPr>
        <p:spPr>
          <a:xfrm>
            <a:off x="16026" y="4629289"/>
            <a:ext cx="434350" cy="346950"/>
          </a:xfrm>
          <a:prstGeom prst="rect">
            <a:avLst/>
          </a:prstGeom>
          <a:solidFill>
            <a:srgbClr val="00F7FF"/>
          </a:solidFill>
          <a:ln w="12700" cap="flat" cmpd="sng">
            <a:solidFill>
              <a:srgbClr val="00F7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4" name="Google Shape;324;p21"/>
          <p:cNvSpPr/>
          <p:nvPr/>
        </p:nvSpPr>
        <p:spPr>
          <a:xfrm>
            <a:off x="16026" y="5005641"/>
            <a:ext cx="434350" cy="346950"/>
          </a:xfrm>
          <a:prstGeom prst="rect">
            <a:avLst/>
          </a:prstGeom>
          <a:solidFill>
            <a:srgbClr val="00F7FF"/>
          </a:solidFill>
          <a:ln w="12700" cap="flat" cmpd="sng">
            <a:solidFill>
              <a:srgbClr val="00F7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5" name="Google Shape;325;p21"/>
          <p:cNvSpPr/>
          <p:nvPr/>
        </p:nvSpPr>
        <p:spPr>
          <a:xfrm>
            <a:off x="16026" y="5381993"/>
            <a:ext cx="434350" cy="346950"/>
          </a:xfrm>
          <a:prstGeom prst="rect">
            <a:avLst/>
          </a:prstGeom>
          <a:solidFill>
            <a:srgbClr val="00F7FF"/>
          </a:solidFill>
          <a:ln w="12700" cap="flat" cmpd="sng">
            <a:solidFill>
              <a:srgbClr val="00F7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6" name="Google Shape;326;p21"/>
          <p:cNvSpPr/>
          <p:nvPr/>
        </p:nvSpPr>
        <p:spPr>
          <a:xfrm>
            <a:off x="16026" y="5758345"/>
            <a:ext cx="434350" cy="346950"/>
          </a:xfrm>
          <a:prstGeom prst="rect">
            <a:avLst/>
          </a:prstGeom>
          <a:noFill/>
          <a:ln w="12700" cap="flat" cmpd="sng">
            <a:solidFill>
              <a:srgbClr val="00F7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7" name="Google Shape;327;p21"/>
          <p:cNvSpPr/>
          <p:nvPr/>
        </p:nvSpPr>
        <p:spPr>
          <a:xfrm>
            <a:off x="16026" y="6134697"/>
            <a:ext cx="434350" cy="346950"/>
          </a:xfrm>
          <a:prstGeom prst="rect">
            <a:avLst/>
          </a:prstGeom>
          <a:noFill/>
          <a:ln w="12700" cap="flat" cmpd="sng">
            <a:solidFill>
              <a:srgbClr val="00F7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8" name="Google Shape;328;p21"/>
          <p:cNvSpPr/>
          <p:nvPr/>
        </p:nvSpPr>
        <p:spPr>
          <a:xfrm>
            <a:off x="16026" y="6511050"/>
            <a:ext cx="434350" cy="346950"/>
          </a:xfrm>
          <a:prstGeom prst="rect">
            <a:avLst/>
          </a:prstGeom>
          <a:noFill/>
          <a:ln w="12700" cap="flat" cmpd="sng">
            <a:solidFill>
              <a:srgbClr val="00F7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9" name="Google Shape;329;p21"/>
          <p:cNvSpPr/>
          <p:nvPr/>
        </p:nvSpPr>
        <p:spPr>
          <a:xfrm rot="10800000">
            <a:off x="0" y="0"/>
            <a:ext cx="715617" cy="616911"/>
          </a:xfrm>
          <a:prstGeom prst="triangle">
            <a:avLst>
              <a:gd name="adj" fmla="val 100000"/>
            </a:avLst>
          </a:prstGeom>
          <a:solidFill>
            <a:srgbClr val="00F7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330" name="Google Shape;330;p21"/>
          <p:cNvGrpSpPr/>
          <p:nvPr/>
        </p:nvGrpSpPr>
        <p:grpSpPr>
          <a:xfrm>
            <a:off x="58527" y="40944"/>
            <a:ext cx="2869771" cy="1563379"/>
            <a:chOff x="44879" y="27296"/>
            <a:chExt cx="2869771" cy="1563379"/>
          </a:xfrm>
        </p:grpSpPr>
        <p:cxnSp>
          <p:nvCxnSpPr>
            <p:cNvPr id="331" name="Google Shape;331;p21"/>
            <p:cNvCxnSpPr/>
            <p:nvPr/>
          </p:nvCxnSpPr>
          <p:spPr>
            <a:xfrm rot="10800000">
              <a:off x="766351" y="34631"/>
              <a:ext cx="2148299" cy="0"/>
            </a:xfrm>
            <a:prstGeom prst="straightConnector1">
              <a:avLst/>
            </a:prstGeom>
            <a:noFill/>
            <a:ln w="38100" cap="flat" cmpd="sng">
              <a:solidFill>
                <a:srgbClr val="00F7FF"/>
              </a:solidFill>
              <a:prstDash val="solid"/>
              <a:miter lim="800000"/>
              <a:headEnd type="none" w="sm" len="sm"/>
              <a:tailEnd type="none" w="sm" len="sm"/>
            </a:ln>
          </p:spPr>
        </p:cxnSp>
        <p:cxnSp>
          <p:nvCxnSpPr>
            <p:cNvPr id="332" name="Google Shape;332;p21"/>
            <p:cNvCxnSpPr/>
            <p:nvPr/>
          </p:nvCxnSpPr>
          <p:spPr>
            <a:xfrm flipH="1">
              <a:off x="44879" y="27296"/>
              <a:ext cx="737495" cy="644210"/>
            </a:xfrm>
            <a:prstGeom prst="straightConnector1">
              <a:avLst/>
            </a:prstGeom>
            <a:noFill/>
            <a:ln w="38100" cap="flat" cmpd="sng">
              <a:solidFill>
                <a:srgbClr val="00F7FF"/>
              </a:solidFill>
              <a:prstDash val="solid"/>
              <a:miter lim="800000"/>
              <a:headEnd type="none" w="sm" len="sm"/>
              <a:tailEnd type="none" w="sm" len="sm"/>
            </a:ln>
          </p:spPr>
        </p:cxnSp>
        <p:cxnSp>
          <p:nvCxnSpPr>
            <p:cNvPr id="333" name="Google Shape;333;p21"/>
            <p:cNvCxnSpPr/>
            <p:nvPr/>
          </p:nvCxnSpPr>
          <p:spPr>
            <a:xfrm rot="10800000">
              <a:off x="52214" y="654128"/>
              <a:ext cx="0" cy="936547"/>
            </a:xfrm>
            <a:prstGeom prst="straightConnector1">
              <a:avLst/>
            </a:prstGeom>
            <a:noFill/>
            <a:ln w="38100" cap="flat" cmpd="sng">
              <a:solidFill>
                <a:srgbClr val="00F7FF"/>
              </a:solidFill>
              <a:prstDash val="solid"/>
              <a:miter lim="800000"/>
              <a:headEnd type="none" w="sm" len="sm"/>
              <a:tailEnd type="none" w="sm" len="sm"/>
            </a:ln>
          </p:spPr>
        </p:cxnSp>
      </p:grpSp>
      <p:sp>
        <p:nvSpPr>
          <p:cNvPr id="334" name="Google Shape;334;p21"/>
          <p:cNvSpPr/>
          <p:nvPr/>
        </p:nvSpPr>
        <p:spPr>
          <a:xfrm>
            <a:off x="11476383" y="6241089"/>
            <a:ext cx="715617" cy="616911"/>
          </a:xfrm>
          <a:prstGeom prst="triangle">
            <a:avLst>
              <a:gd name="adj" fmla="val 100000"/>
            </a:avLst>
          </a:prstGeom>
          <a:solidFill>
            <a:srgbClr val="00F7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335" name="Google Shape;335;p21"/>
          <p:cNvGrpSpPr/>
          <p:nvPr/>
        </p:nvGrpSpPr>
        <p:grpSpPr>
          <a:xfrm rot="10800000">
            <a:off x="9263702" y="5253677"/>
            <a:ext cx="2869771" cy="1563379"/>
            <a:chOff x="44879" y="27296"/>
            <a:chExt cx="2869771" cy="1563379"/>
          </a:xfrm>
        </p:grpSpPr>
        <p:cxnSp>
          <p:nvCxnSpPr>
            <p:cNvPr id="336" name="Google Shape;336;p21"/>
            <p:cNvCxnSpPr/>
            <p:nvPr/>
          </p:nvCxnSpPr>
          <p:spPr>
            <a:xfrm rot="10800000">
              <a:off x="766351" y="34631"/>
              <a:ext cx="2148299" cy="0"/>
            </a:xfrm>
            <a:prstGeom prst="straightConnector1">
              <a:avLst/>
            </a:prstGeom>
            <a:noFill/>
            <a:ln w="38100" cap="rnd" cmpd="sng">
              <a:solidFill>
                <a:srgbClr val="00F7FF"/>
              </a:solidFill>
              <a:prstDash val="solid"/>
              <a:round/>
              <a:headEnd type="none" w="sm" len="sm"/>
              <a:tailEnd type="none" w="sm" len="sm"/>
            </a:ln>
          </p:spPr>
        </p:cxnSp>
        <p:cxnSp>
          <p:nvCxnSpPr>
            <p:cNvPr id="337" name="Google Shape;337;p21"/>
            <p:cNvCxnSpPr/>
            <p:nvPr/>
          </p:nvCxnSpPr>
          <p:spPr>
            <a:xfrm flipH="1">
              <a:off x="44879" y="27296"/>
              <a:ext cx="737495" cy="644210"/>
            </a:xfrm>
            <a:prstGeom prst="straightConnector1">
              <a:avLst/>
            </a:prstGeom>
            <a:noFill/>
            <a:ln w="38100" cap="rnd" cmpd="sng">
              <a:solidFill>
                <a:srgbClr val="00F7FF"/>
              </a:solidFill>
              <a:prstDash val="solid"/>
              <a:round/>
              <a:headEnd type="none" w="sm" len="sm"/>
              <a:tailEnd type="none" w="sm" len="sm"/>
            </a:ln>
          </p:spPr>
        </p:cxnSp>
        <p:cxnSp>
          <p:nvCxnSpPr>
            <p:cNvPr id="338" name="Google Shape;338;p21"/>
            <p:cNvCxnSpPr/>
            <p:nvPr/>
          </p:nvCxnSpPr>
          <p:spPr>
            <a:xfrm rot="10800000">
              <a:off x="52214" y="654128"/>
              <a:ext cx="0" cy="936547"/>
            </a:xfrm>
            <a:prstGeom prst="straightConnector1">
              <a:avLst/>
            </a:prstGeom>
            <a:noFill/>
            <a:ln w="38100" cap="rnd" cmpd="sng">
              <a:solidFill>
                <a:srgbClr val="00F7FF"/>
              </a:solidFill>
              <a:prstDash val="solid"/>
              <a:round/>
              <a:headEnd type="none" w="sm" len="sm"/>
              <a:tailEnd type="none" w="sm" len="sm"/>
            </a:ln>
          </p:spPr>
        </p:cxnSp>
      </p:grpSp>
      <p:sp>
        <p:nvSpPr>
          <p:cNvPr id="339" name="Google Shape;339;p21"/>
          <p:cNvSpPr/>
          <p:nvPr/>
        </p:nvSpPr>
        <p:spPr>
          <a:xfrm>
            <a:off x="11589537" y="105878"/>
            <a:ext cx="489307" cy="405155"/>
          </a:xfrm>
          <a:custGeom>
            <a:avLst/>
            <a:gdLst/>
            <a:ahLst/>
            <a:cxnLst/>
            <a:rect l="l" t="t" r="r" b="b"/>
            <a:pathLst>
              <a:path w="489307" h="405155" extrusionOk="0">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0" name="Google Shape;340;p21"/>
          <p:cNvSpPr txBox="1">
            <a:spLocks noGrp="1"/>
          </p:cNvSpPr>
          <p:nvPr>
            <p:ph type="sldNum" idx="5"/>
          </p:nvPr>
        </p:nvSpPr>
        <p:spPr>
          <a:xfrm>
            <a:off x="11899392" y="6542216"/>
            <a:ext cx="292608" cy="315784"/>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700">
                <a:solidFill>
                  <a:schemeClr val="dk1"/>
                </a:solidFill>
                <a:latin typeface="Arial"/>
                <a:ea typeface="Arial"/>
                <a:cs typeface="Arial"/>
                <a:sym typeface="Arial"/>
              </a:defRPr>
            </a:lvl1pPr>
            <a:lvl2pPr marL="0" lvl="1" indent="0" algn="ctr">
              <a:spcBef>
                <a:spcPts val="0"/>
              </a:spcBef>
              <a:buNone/>
              <a:defRPr sz="700">
                <a:solidFill>
                  <a:schemeClr val="dk1"/>
                </a:solidFill>
                <a:latin typeface="Arial"/>
                <a:ea typeface="Arial"/>
                <a:cs typeface="Arial"/>
                <a:sym typeface="Arial"/>
              </a:defRPr>
            </a:lvl2pPr>
            <a:lvl3pPr marL="0" lvl="2" indent="0" algn="ctr">
              <a:spcBef>
                <a:spcPts val="0"/>
              </a:spcBef>
              <a:buNone/>
              <a:defRPr sz="700">
                <a:solidFill>
                  <a:schemeClr val="dk1"/>
                </a:solidFill>
                <a:latin typeface="Arial"/>
                <a:ea typeface="Arial"/>
                <a:cs typeface="Arial"/>
                <a:sym typeface="Arial"/>
              </a:defRPr>
            </a:lvl3pPr>
            <a:lvl4pPr marL="0" lvl="3" indent="0" algn="ctr">
              <a:spcBef>
                <a:spcPts val="0"/>
              </a:spcBef>
              <a:buNone/>
              <a:defRPr sz="700">
                <a:solidFill>
                  <a:schemeClr val="dk1"/>
                </a:solidFill>
                <a:latin typeface="Arial"/>
                <a:ea typeface="Arial"/>
                <a:cs typeface="Arial"/>
                <a:sym typeface="Arial"/>
              </a:defRPr>
            </a:lvl4pPr>
            <a:lvl5pPr marL="0" lvl="4" indent="0" algn="ctr">
              <a:spcBef>
                <a:spcPts val="0"/>
              </a:spcBef>
              <a:buNone/>
              <a:defRPr sz="700">
                <a:solidFill>
                  <a:schemeClr val="dk1"/>
                </a:solidFill>
                <a:latin typeface="Arial"/>
                <a:ea typeface="Arial"/>
                <a:cs typeface="Arial"/>
                <a:sym typeface="Arial"/>
              </a:defRPr>
            </a:lvl5pPr>
            <a:lvl6pPr marL="0" lvl="5" indent="0" algn="ctr">
              <a:spcBef>
                <a:spcPts val="0"/>
              </a:spcBef>
              <a:buNone/>
              <a:defRPr sz="700">
                <a:solidFill>
                  <a:schemeClr val="dk1"/>
                </a:solidFill>
                <a:latin typeface="Arial"/>
                <a:ea typeface="Arial"/>
                <a:cs typeface="Arial"/>
                <a:sym typeface="Arial"/>
              </a:defRPr>
            </a:lvl6pPr>
            <a:lvl7pPr marL="0" lvl="6" indent="0" algn="ctr">
              <a:spcBef>
                <a:spcPts val="0"/>
              </a:spcBef>
              <a:buNone/>
              <a:defRPr sz="700">
                <a:solidFill>
                  <a:schemeClr val="dk1"/>
                </a:solidFill>
                <a:latin typeface="Arial"/>
                <a:ea typeface="Arial"/>
                <a:cs typeface="Arial"/>
                <a:sym typeface="Arial"/>
              </a:defRPr>
            </a:lvl7pPr>
            <a:lvl8pPr marL="0" lvl="7" indent="0" algn="ctr">
              <a:spcBef>
                <a:spcPts val="0"/>
              </a:spcBef>
              <a:buNone/>
              <a:defRPr sz="700">
                <a:solidFill>
                  <a:schemeClr val="dk1"/>
                </a:solidFill>
                <a:latin typeface="Arial"/>
                <a:ea typeface="Arial"/>
                <a:cs typeface="Arial"/>
                <a:sym typeface="Arial"/>
              </a:defRPr>
            </a:lvl8pPr>
            <a:lvl9pPr marL="0" lvl="8" indent="0" algn="ctr">
              <a:spcBef>
                <a:spcPts val="0"/>
              </a:spcBef>
              <a:buNone/>
              <a:defRPr sz="700">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vi-VN"/>
              <a:t>‹#›</a:t>
            </a:fld>
            <a:endParaRPr/>
          </a:p>
        </p:txBody>
      </p:sp>
      <p:sp>
        <p:nvSpPr>
          <p:cNvPr id="341" name="Google Shape;341;p21"/>
          <p:cNvSpPr txBox="1">
            <a:spLocks noGrp="1"/>
          </p:cNvSpPr>
          <p:nvPr>
            <p:ph type="body" idx="6"/>
          </p:nvPr>
        </p:nvSpPr>
        <p:spPr>
          <a:xfrm>
            <a:off x="1470930" y="2095027"/>
            <a:ext cx="6264164" cy="884656"/>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rgbClr val="00F7FF"/>
              </a:buClr>
              <a:buSzPts val="4400"/>
              <a:buNone/>
              <a:defRPr sz="4400" b="1">
                <a:solidFill>
                  <a:srgbClr val="00F7FF"/>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2" name="Google Shape;342;p21"/>
          <p:cNvSpPr txBox="1">
            <a:spLocks noGrp="1"/>
          </p:cNvSpPr>
          <p:nvPr>
            <p:ph type="body" idx="7"/>
          </p:nvPr>
        </p:nvSpPr>
        <p:spPr>
          <a:xfrm>
            <a:off x="1470930" y="3169159"/>
            <a:ext cx="8913813" cy="695175"/>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2800"/>
              <a:buNone/>
              <a:defRPr sz="2800" b="1">
                <a:solidFill>
                  <a:schemeClr val="lt1"/>
                </a:solidFill>
                <a:latin typeface="Times New Roman"/>
                <a:ea typeface="Times New Roman"/>
                <a:cs typeface="Times New Roman"/>
                <a:sym typeface="Times New Roma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3" name="Google Shape;343;p21"/>
          <p:cNvSpPr txBox="1">
            <a:spLocks noGrp="1"/>
          </p:cNvSpPr>
          <p:nvPr>
            <p:ph type="body" idx="8"/>
          </p:nvPr>
        </p:nvSpPr>
        <p:spPr>
          <a:xfrm>
            <a:off x="1470930" y="4137397"/>
            <a:ext cx="7147030" cy="916698"/>
          </a:xfrm>
          <a:prstGeom prst="rect">
            <a:avLst/>
          </a:prstGeom>
          <a:noFill/>
          <a:ln>
            <a:noFill/>
          </a:ln>
        </p:spPr>
        <p:txBody>
          <a:bodyPr spcFirstLastPara="1" wrap="square" lIns="91425" tIns="45700" rIns="91425" bIns="45700" anchor="ctr" anchorCtr="0">
            <a:normAutofit/>
          </a:bodyPr>
          <a:lstStyle>
            <a:lvl1pPr marL="457200" lvl="0" indent="-228600" algn="l">
              <a:lnSpc>
                <a:spcPct val="150000"/>
              </a:lnSpc>
              <a:spcBef>
                <a:spcPts val="1000"/>
              </a:spcBef>
              <a:spcAft>
                <a:spcPts val="0"/>
              </a:spcAft>
              <a:buClr>
                <a:srgbClr val="F2F2F2"/>
              </a:buClr>
              <a:buSzPts val="1000"/>
              <a:buNone/>
              <a:defRPr sz="1000">
                <a:solidFill>
                  <a:srgbClr val="F2F2F2"/>
                </a:solidFill>
                <a:latin typeface="Times New Roman"/>
                <a:ea typeface="Times New Roman"/>
                <a:cs typeface="Times New Roman"/>
                <a:sym typeface="Times New Roma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cxnSp>
        <p:nvCxnSpPr>
          <p:cNvPr id="344" name="Google Shape;344;p21"/>
          <p:cNvCxnSpPr/>
          <p:nvPr/>
        </p:nvCxnSpPr>
        <p:spPr>
          <a:xfrm>
            <a:off x="1574156" y="2979683"/>
            <a:ext cx="3565003" cy="0"/>
          </a:xfrm>
          <a:prstGeom prst="straightConnector1">
            <a:avLst/>
          </a:prstGeom>
          <a:noFill/>
          <a:ln w="25400" cap="rnd" cmpd="sng">
            <a:solidFill>
              <a:srgbClr val="00F7FF"/>
            </a:solidFill>
            <a:prstDash val="solid"/>
            <a:round/>
            <a:headEnd type="none" w="sm" len="sm"/>
            <a:tailEnd type="none" w="sm" len="sm"/>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o sanh 1">
  <p:cSld name="So sanh 1">
    <p:spTree>
      <p:nvGrpSpPr>
        <p:cNvPr id="1" name="Shape 345"/>
        <p:cNvGrpSpPr/>
        <p:nvPr/>
      </p:nvGrpSpPr>
      <p:grpSpPr>
        <a:xfrm>
          <a:off x="0" y="0"/>
          <a:ext cx="0" cy="0"/>
          <a:chOff x="0" y="0"/>
          <a:chExt cx="0" cy="0"/>
        </a:xfrm>
      </p:grpSpPr>
      <p:sp>
        <p:nvSpPr>
          <p:cNvPr id="346" name="Google Shape;346;p22"/>
          <p:cNvSpPr/>
          <p:nvPr/>
        </p:nvSpPr>
        <p:spPr>
          <a:xfrm rot="10800000">
            <a:off x="-2" y="0"/>
            <a:ext cx="12192000" cy="6858000"/>
          </a:xfrm>
          <a:custGeom>
            <a:avLst/>
            <a:gdLst/>
            <a:ahLst/>
            <a:cxnLst/>
            <a:rect l="l" t="t" r="r" b="b"/>
            <a:pathLst>
              <a:path w="12192000" h="6858000" extrusionOk="0">
                <a:moveTo>
                  <a:pt x="0" y="616911"/>
                </a:moveTo>
                <a:lnTo>
                  <a:pt x="0" y="0"/>
                </a:lnTo>
                <a:lnTo>
                  <a:pt x="715617" y="0"/>
                </a:lnTo>
                <a:close/>
                <a:moveTo>
                  <a:pt x="12192000" y="6858000"/>
                </a:moveTo>
                <a:lnTo>
                  <a:pt x="11476383" y="6858000"/>
                </a:lnTo>
                <a:lnTo>
                  <a:pt x="12192000" y="6241089"/>
                </a:lnTo>
                <a:close/>
              </a:path>
            </a:pathLst>
          </a:custGeom>
          <a:blipFill rotWithShape="1">
            <a:blip r:embed="rId2">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7" name="Google Shape;347;p22"/>
          <p:cNvSpPr/>
          <p:nvPr/>
        </p:nvSpPr>
        <p:spPr>
          <a:xfrm rot="10800000">
            <a:off x="0" y="0"/>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348" name="Google Shape;348;p22"/>
          <p:cNvGrpSpPr/>
          <p:nvPr/>
        </p:nvGrpSpPr>
        <p:grpSpPr>
          <a:xfrm>
            <a:off x="58527" y="54292"/>
            <a:ext cx="2869771" cy="1563379"/>
            <a:chOff x="44879" y="27296"/>
            <a:chExt cx="2869771" cy="1563379"/>
          </a:xfrm>
        </p:grpSpPr>
        <p:cxnSp>
          <p:nvCxnSpPr>
            <p:cNvPr id="349" name="Google Shape;349;p22"/>
            <p:cNvCxnSpPr/>
            <p:nvPr/>
          </p:nvCxnSpPr>
          <p:spPr>
            <a:xfrm rot="10800000">
              <a:off x="766351" y="34631"/>
              <a:ext cx="2148299" cy="0"/>
            </a:xfrm>
            <a:prstGeom prst="straightConnector1">
              <a:avLst/>
            </a:prstGeom>
            <a:noFill/>
            <a:ln w="38100" cap="flat" cmpd="sng">
              <a:solidFill>
                <a:srgbClr val="00C6FF"/>
              </a:solidFill>
              <a:prstDash val="solid"/>
              <a:miter lim="800000"/>
              <a:headEnd type="none" w="sm" len="sm"/>
              <a:tailEnd type="none" w="sm" len="sm"/>
            </a:ln>
          </p:spPr>
        </p:cxnSp>
        <p:cxnSp>
          <p:nvCxnSpPr>
            <p:cNvPr id="350" name="Google Shape;350;p22"/>
            <p:cNvCxnSpPr/>
            <p:nvPr/>
          </p:nvCxnSpPr>
          <p:spPr>
            <a:xfrm flipH="1">
              <a:off x="44879" y="27296"/>
              <a:ext cx="737495" cy="644210"/>
            </a:xfrm>
            <a:prstGeom prst="straightConnector1">
              <a:avLst/>
            </a:prstGeom>
            <a:noFill/>
            <a:ln w="38100" cap="flat" cmpd="sng">
              <a:solidFill>
                <a:srgbClr val="00C6FF"/>
              </a:solidFill>
              <a:prstDash val="solid"/>
              <a:miter lim="800000"/>
              <a:headEnd type="none" w="sm" len="sm"/>
              <a:tailEnd type="none" w="sm" len="sm"/>
            </a:ln>
          </p:spPr>
        </p:cxnSp>
        <p:cxnSp>
          <p:nvCxnSpPr>
            <p:cNvPr id="351" name="Google Shape;351;p22"/>
            <p:cNvCxnSpPr/>
            <p:nvPr/>
          </p:nvCxnSpPr>
          <p:spPr>
            <a:xfrm rot="10800000">
              <a:off x="52214" y="654128"/>
              <a:ext cx="0" cy="936547"/>
            </a:xfrm>
            <a:prstGeom prst="straightConnector1">
              <a:avLst/>
            </a:prstGeom>
            <a:noFill/>
            <a:ln w="38100" cap="flat" cmpd="sng">
              <a:solidFill>
                <a:srgbClr val="00C6FF"/>
              </a:solidFill>
              <a:prstDash val="solid"/>
              <a:miter lim="800000"/>
              <a:headEnd type="none" w="sm" len="sm"/>
              <a:tailEnd type="none" w="sm" len="sm"/>
            </a:ln>
          </p:spPr>
        </p:cxnSp>
      </p:grpSp>
      <p:sp>
        <p:nvSpPr>
          <p:cNvPr id="352" name="Google Shape;352;p22"/>
          <p:cNvSpPr/>
          <p:nvPr/>
        </p:nvSpPr>
        <p:spPr>
          <a:xfrm>
            <a:off x="11476383" y="6241089"/>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3" name="Google Shape;353;p22"/>
          <p:cNvSpPr txBox="1">
            <a:spLocks noGrp="1"/>
          </p:cNvSpPr>
          <p:nvPr>
            <p:ph type="body" idx="1"/>
          </p:nvPr>
        </p:nvSpPr>
        <p:spPr>
          <a:xfrm>
            <a:off x="774144" y="1233825"/>
            <a:ext cx="5202000" cy="4943139"/>
          </a:xfrm>
          <a:prstGeom prst="rect">
            <a:avLst/>
          </a:prstGeom>
          <a:noFill/>
          <a:ln>
            <a:noFill/>
          </a:ln>
        </p:spPr>
        <p:txBody>
          <a:bodyPr spcFirstLastPara="1" wrap="square" lIns="91425" tIns="45700" rIns="91425" bIns="45700" anchor="t" anchorCtr="0">
            <a:normAutofit/>
          </a:bodyPr>
          <a:lstStyle>
            <a:lvl1pPr marL="457200" lvl="0" indent="-406400" algn="just">
              <a:lnSpc>
                <a:spcPct val="130000"/>
              </a:lnSpc>
              <a:spcBef>
                <a:spcPts val="300"/>
              </a:spcBef>
              <a:spcAft>
                <a:spcPts val="0"/>
              </a:spcAft>
              <a:buClr>
                <a:schemeClr val="dk1"/>
              </a:buClr>
              <a:buSzPts val="2800"/>
              <a:buChar char="•"/>
              <a:defRPr>
                <a:latin typeface="Arial"/>
                <a:ea typeface="Arial"/>
                <a:cs typeface="Arial"/>
                <a:sym typeface="Arial"/>
              </a:defRPr>
            </a:lvl1pPr>
            <a:lvl2pPr marL="914400" lvl="1" indent="-381000" algn="just">
              <a:lnSpc>
                <a:spcPct val="130000"/>
              </a:lnSpc>
              <a:spcBef>
                <a:spcPts val="300"/>
              </a:spcBef>
              <a:spcAft>
                <a:spcPts val="0"/>
              </a:spcAft>
              <a:buClr>
                <a:schemeClr val="dk1"/>
              </a:buClr>
              <a:buSzPts val="2400"/>
              <a:buChar char="•"/>
              <a:defRPr>
                <a:latin typeface="Arial"/>
                <a:ea typeface="Arial"/>
                <a:cs typeface="Arial"/>
                <a:sym typeface="Arial"/>
              </a:defRPr>
            </a:lvl2pPr>
            <a:lvl3pPr marL="1371600" lvl="2" indent="-355600" algn="just">
              <a:lnSpc>
                <a:spcPct val="130000"/>
              </a:lnSpc>
              <a:spcBef>
                <a:spcPts val="300"/>
              </a:spcBef>
              <a:spcAft>
                <a:spcPts val="0"/>
              </a:spcAft>
              <a:buClr>
                <a:schemeClr val="dk1"/>
              </a:buClr>
              <a:buSzPts val="2000"/>
              <a:buChar char="•"/>
              <a:defRPr>
                <a:latin typeface="Arial"/>
                <a:ea typeface="Arial"/>
                <a:cs typeface="Arial"/>
                <a:sym typeface="Arial"/>
              </a:defRPr>
            </a:lvl3pPr>
            <a:lvl4pPr marL="1828800" lvl="3" indent="-342900" algn="just">
              <a:lnSpc>
                <a:spcPct val="130000"/>
              </a:lnSpc>
              <a:spcBef>
                <a:spcPts val="300"/>
              </a:spcBef>
              <a:spcAft>
                <a:spcPts val="0"/>
              </a:spcAft>
              <a:buClr>
                <a:schemeClr val="dk1"/>
              </a:buClr>
              <a:buSzPts val="1800"/>
              <a:buChar char="•"/>
              <a:defRPr>
                <a:latin typeface="Arial"/>
                <a:ea typeface="Arial"/>
                <a:cs typeface="Arial"/>
                <a:sym typeface="Arial"/>
              </a:defRPr>
            </a:lvl4pPr>
            <a:lvl5pPr marL="2286000" lvl="4" indent="-342900" algn="just">
              <a:lnSpc>
                <a:spcPct val="130000"/>
              </a:lnSpc>
              <a:spcBef>
                <a:spcPts val="3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4" name="Google Shape;354;p22"/>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grpSp>
        <p:nvGrpSpPr>
          <p:cNvPr id="355" name="Google Shape;355;p22"/>
          <p:cNvGrpSpPr/>
          <p:nvPr/>
        </p:nvGrpSpPr>
        <p:grpSpPr>
          <a:xfrm>
            <a:off x="16026" y="4629289"/>
            <a:ext cx="434350" cy="2228711"/>
            <a:chOff x="16026" y="4629289"/>
            <a:chExt cx="434350" cy="2228711"/>
          </a:xfrm>
        </p:grpSpPr>
        <p:sp>
          <p:nvSpPr>
            <p:cNvPr id="356" name="Google Shape;356;p22"/>
            <p:cNvSpPr/>
            <p:nvPr/>
          </p:nvSpPr>
          <p:spPr>
            <a:xfrm>
              <a:off x="16026" y="4629289"/>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7" name="Google Shape;357;p22"/>
            <p:cNvSpPr/>
            <p:nvPr/>
          </p:nvSpPr>
          <p:spPr>
            <a:xfrm>
              <a:off x="16026" y="5005641"/>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8" name="Google Shape;358;p22"/>
            <p:cNvSpPr/>
            <p:nvPr/>
          </p:nvSpPr>
          <p:spPr>
            <a:xfrm>
              <a:off x="16026" y="5381993"/>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9" name="Google Shape;359;p22"/>
            <p:cNvSpPr/>
            <p:nvPr/>
          </p:nvSpPr>
          <p:spPr>
            <a:xfrm>
              <a:off x="16026" y="5758345"/>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0" name="Google Shape;360;p22"/>
            <p:cNvSpPr/>
            <p:nvPr/>
          </p:nvSpPr>
          <p:spPr>
            <a:xfrm>
              <a:off x="16026" y="6134697"/>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1" name="Google Shape;361;p22"/>
            <p:cNvSpPr/>
            <p:nvPr/>
          </p:nvSpPr>
          <p:spPr>
            <a:xfrm>
              <a:off x="16026" y="6511050"/>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362" name="Google Shape;362;p22"/>
          <p:cNvSpPr txBox="1">
            <a:spLocks noGrp="1"/>
          </p:cNvSpPr>
          <p:nvPr>
            <p:ph type="dt" idx="10"/>
          </p:nvPr>
        </p:nvSpPr>
        <p:spPr>
          <a:xfrm>
            <a:off x="6447446" y="6475620"/>
            <a:ext cx="2090098" cy="26311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3" name="Google Shape;363;p22"/>
          <p:cNvSpPr/>
          <p:nvPr/>
        </p:nvSpPr>
        <p:spPr>
          <a:xfrm>
            <a:off x="11589537" y="105878"/>
            <a:ext cx="489307" cy="405155"/>
          </a:xfrm>
          <a:custGeom>
            <a:avLst/>
            <a:gdLst/>
            <a:ahLst/>
            <a:cxnLst/>
            <a:rect l="l" t="t" r="r" b="b"/>
            <a:pathLst>
              <a:path w="489307" h="405155" extrusionOk="0">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4" name="Google Shape;364;p22"/>
          <p:cNvSpPr/>
          <p:nvPr/>
        </p:nvSpPr>
        <p:spPr>
          <a:xfrm>
            <a:off x="92963" y="6542941"/>
            <a:ext cx="280476" cy="28047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Arial"/>
              <a:ea typeface="Arial"/>
              <a:cs typeface="Arial"/>
              <a:sym typeface="Arial"/>
            </a:endParaRPr>
          </a:p>
        </p:txBody>
      </p:sp>
      <p:sp>
        <p:nvSpPr>
          <p:cNvPr id="365" name="Google Shape;365;p22"/>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700">
                <a:solidFill>
                  <a:schemeClr val="dk1"/>
                </a:solidFill>
                <a:latin typeface="Arial"/>
                <a:ea typeface="Arial"/>
                <a:cs typeface="Arial"/>
                <a:sym typeface="Arial"/>
              </a:defRPr>
            </a:lvl1pPr>
            <a:lvl2pPr marL="0" lvl="1" indent="0" algn="ctr">
              <a:spcBef>
                <a:spcPts val="0"/>
              </a:spcBef>
              <a:buNone/>
              <a:defRPr sz="700">
                <a:solidFill>
                  <a:schemeClr val="dk1"/>
                </a:solidFill>
                <a:latin typeface="Arial"/>
                <a:ea typeface="Arial"/>
                <a:cs typeface="Arial"/>
                <a:sym typeface="Arial"/>
              </a:defRPr>
            </a:lvl2pPr>
            <a:lvl3pPr marL="0" lvl="2" indent="0" algn="ctr">
              <a:spcBef>
                <a:spcPts val="0"/>
              </a:spcBef>
              <a:buNone/>
              <a:defRPr sz="700">
                <a:solidFill>
                  <a:schemeClr val="dk1"/>
                </a:solidFill>
                <a:latin typeface="Arial"/>
                <a:ea typeface="Arial"/>
                <a:cs typeface="Arial"/>
                <a:sym typeface="Arial"/>
              </a:defRPr>
            </a:lvl3pPr>
            <a:lvl4pPr marL="0" lvl="3" indent="0" algn="ctr">
              <a:spcBef>
                <a:spcPts val="0"/>
              </a:spcBef>
              <a:buNone/>
              <a:defRPr sz="700">
                <a:solidFill>
                  <a:schemeClr val="dk1"/>
                </a:solidFill>
                <a:latin typeface="Arial"/>
                <a:ea typeface="Arial"/>
                <a:cs typeface="Arial"/>
                <a:sym typeface="Arial"/>
              </a:defRPr>
            </a:lvl4pPr>
            <a:lvl5pPr marL="0" lvl="4" indent="0" algn="ctr">
              <a:spcBef>
                <a:spcPts val="0"/>
              </a:spcBef>
              <a:buNone/>
              <a:defRPr sz="700">
                <a:solidFill>
                  <a:schemeClr val="dk1"/>
                </a:solidFill>
                <a:latin typeface="Arial"/>
                <a:ea typeface="Arial"/>
                <a:cs typeface="Arial"/>
                <a:sym typeface="Arial"/>
              </a:defRPr>
            </a:lvl5pPr>
            <a:lvl6pPr marL="0" lvl="5" indent="0" algn="ctr">
              <a:spcBef>
                <a:spcPts val="0"/>
              </a:spcBef>
              <a:buNone/>
              <a:defRPr sz="700">
                <a:solidFill>
                  <a:schemeClr val="dk1"/>
                </a:solidFill>
                <a:latin typeface="Arial"/>
                <a:ea typeface="Arial"/>
                <a:cs typeface="Arial"/>
                <a:sym typeface="Arial"/>
              </a:defRPr>
            </a:lvl6pPr>
            <a:lvl7pPr marL="0" lvl="6" indent="0" algn="ctr">
              <a:spcBef>
                <a:spcPts val="0"/>
              </a:spcBef>
              <a:buNone/>
              <a:defRPr sz="700">
                <a:solidFill>
                  <a:schemeClr val="dk1"/>
                </a:solidFill>
                <a:latin typeface="Arial"/>
                <a:ea typeface="Arial"/>
                <a:cs typeface="Arial"/>
                <a:sym typeface="Arial"/>
              </a:defRPr>
            </a:lvl7pPr>
            <a:lvl8pPr marL="0" lvl="7" indent="0" algn="ctr">
              <a:spcBef>
                <a:spcPts val="0"/>
              </a:spcBef>
              <a:buNone/>
              <a:defRPr sz="700">
                <a:solidFill>
                  <a:schemeClr val="dk1"/>
                </a:solidFill>
                <a:latin typeface="Arial"/>
                <a:ea typeface="Arial"/>
                <a:cs typeface="Arial"/>
                <a:sym typeface="Arial"/>
              </a:defRPr>
            </a:lvl8pPr>
            <a:lvl9pPr marL="0" lvl="8" indent="0" algn="ctr">
              <a:spcBef>
                <a:spcPts val="0"/>
              </a:spcBef>
              <a:buNone/>
              <a:defRPr sz="700">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vi-VN"/>
              <a:t>‹#›</a:t>
            </a:fld>
            <a:endParaRPr/>
          </a:p>
        </p:txBody>
      </p:sp>
      <p:grpSp>
        <p:nvGrpSpPr>
          <p:cNvPr id="366" name="Google Shape;366;p22"/>
          <p:cNvGrpSpPr/>
          <p:nvPr/>
        </p:nvGrpSpPr>
        <p:grpSpPr>
          <a:xfrm rot="10800000">
            <a:off x="9265363" y="5246044"/>
            <a:ext cx="2869771" cy="1563379"/>
            <a:chOff x="44879" y="27296"/>
            <a:chExt cx="2869771" cy="1563379"/>
          </a:xfrm>
        </p:grpSpPr>
        <p:cxnSp>
          <p:nvCxnSpPr>
            <p:cNvPr id="367" name="Google Shape;367;p22"/>
            <p:cNvCxnSpPr/>
            <p:nvPr/>
          </p:nvCxnSpPr>
          <p:spPr>
            <a:xfrm rot="10800000">
              <a:off x="766351" y="34631"/>
              <a:ext cx="2148299" cy="0"/>
            </a:xfrm>
            <a:prstGeom prst="straightConnector1">
              <a:avLst/>
            </a:prstGeom>
            <a:noFill/>
            <a:ln w="38100" cap="flat" cmpd="sng">
              <a:solidFill>
                <a:srgbClr val="00C6FF"/>
              </a:solidFill>
              <a:prstDash val="solid"/>
              <a:miter lim="800000"/>
              <a:headEnd type="none" w="sm" len="sm"/>
              <a:tailEnd type="none" w="sm" len="sm"/>
            </a:ln>
          </p:spPr>
        </p:cxnSp>
        <p:cxnSp>
          <p:nvCxnSpPr>
            <p:cNvPr id="368" name="Google Shape;368;p22"/>
            <p:cNvCxnSpPr/>
            <p:nvPr/>
          </p:nvCxnSpPr>
          <p:spPr>
            <a:xfrm flipH="1">
              <a:off x="44879" y="27296"/>
              <a:ext cx="737495" cy="644210"/>
            </a:xfrm>
            <a:prstGeom prst="straightConnector1">
              <a:avLst/>
            </a:prstGeom>
            <a:noFill/>
            <a:ln w="38100" cap="flat" cmpd="sng">
              <a:solidFill>
                <a:srgbClr val="00C6FF"/>
              </a:solidFill>
              <a:prstDash val="solid"/>
              <a:miter lim="800000"/>
              <a:headEnd type="none" w="sm" len="sm"/>
              <a:tailEnd type="none" w="sm" len="sm"/>
            </a:ln>
          </p:spPr>
        </p:cxnSp>
        <p:cxnSp>
          <p:nvCxnSpPr>
            <p:cNvPr id="369" name="Google Shape;369;p22"/>
            <p:cNvCxnSpPr/>
            <p:nvPr/>
          </p:nvCxnSpPr>
          <p:spPr>
            <a:xfrm rot="10800000">
              <a:off x="52214" y="654128"/>
              <a:ext cx="0" cy="936547"/>
            </a:xfrm>
            <a:prstGeom prst="straightConnector1">
              <a:avLst/>
            </a:prstGeom>
            <a:noFill/>
            <a:ln w="38100" cap="flat" cmpd="sng">
              <a:solidFill>
                <a:srgbClr val="00C6FF"/>
              </a:solidFill>
              <a:prstDash val="solid"/>
              <a:miter lim="800000"/>
              <a:headEnd type="none" w="sm" len="sm"/>
              <a:tailEnd type="none" w="sm" len="sm"/>
            </a:ln>
          </p:spPr>
        </p:cxnSp>
      </p:grpSp>
      <p:sp>
        <p:nvSpPr>
          <p:cNvPr id="370" name="Google Shape;370;p22"/>
          <p:cNvSpPr txBox="1">
            <a:spLocks noGrp="1"/>
          </p:cNvSpPr>
          <p:nvPr>
            <p:ph type="body" idx="2"/>
          </p:nvPr>
        </p:nvSpPr>
        <p:spPr>
          <a:xfrm>
            <a:off x="6151800" y="1228490"/>
            <a:ext cx="5202000" cy="4943139"/>
          </a:xfrm>
          <a:prstGeom prst="rect">
            <a:avLst/>
          </a:prstGeom>
          <a:noFill/>
          <a:ln>
            <a:noFill/>
          </a:ln>
        </p:spPr>
        <p:txBody>
          <a:bodyPr spcFirstLastPara="1" wrap="square" lIns="91425" tIns="45700" rIns="91425" bIns="45700" anchor="t" anchorCtr="0">
            <a:normAutofit/>
          </a:bodyPr>
          <a:lstStyle>
            <a:lvl1pPr marL="457200" lvl="0" indent="-406400" algn="just">
              <a:lnSpc>
                <a:spcPct val="130000"/>
              </a:lnSpc>
              <a:spcBef>
                <a:spcPts val="300"/>
              </a:spcBef>
              <a:spcAft>
                <a:spcPts val="0"/>
              </a:spcAft>
              <a:buClr>
                <a:schemeClr val="dk1"/>
              </a:buClr>
              <a:buSzPts val="2800"/>
              <a:buChar char="•"/>
              <a:defRPr>
                <a:latin typeface="Arial"/>
                <a:ea typeface="Arial"/>
                <a:cs typeface="Arial"/>
                <a:sym typeface="Arial"/>
              </a:defRPr>
            </a:lvl1pPr>
            <a:lvl2pPr marL="914400" lvl="1" indent="-381000" algn="just">
              <a:lnSpc>
                <a:spcPct val="130000"/>
              </a:lnSpc>
              <a:spcBef>
                <a:spcPts val="300"/>
              </a:spcBef>
              <a:spcAft>
                <a:spcPts val="0"/>
              </a:spcAft>
              <a:buClr>
                <a:schemeClr val="dk1"/>
              </a:buClr>
              <a:buSzPts val="2400"/>
              <a:buChar char="•"/>
              <a:defRPr>
                <a:latin typeface="Arial"/>
                <a:ea typeface="Arial"/>
                <a:cs typeface="Arial"/>
                <a:sym typeface="Arial"/>
              </a:defRPr>
            </a:lvl2pPr>
            <a:lvl3pPr marL="1371600" lvl="2" indent="-355600" algn="just">
              <a:lnSpc>
                <a:spcPct val="130000"/>
              </a:lnSpc>
              <a:spcBef>
                <a:spcPts val="300"/>
              </a:spcBef>
              <a:spcAft>
                <a:spcPts val="0"/>
              </a:spcAft>
              <a:buClr>
                <a:schemeClr val="dk1"/>
              </a:buClr>
              <a:buSzPts val="2000"/>
              <a:buChar char="•"/>
              <a:defRPr>
                <a:latin typeface="Arial"/>
                <a:ea typeface="Arial"/>
                <a:cs typeface="Arial"/>
                <a:sym typeface="Arial"/>
              </a:defRPr>
            </a:lvl3pPr>
            <a:lvl4pPr marL="1828800" lvl="3" indent="-342900" algn="just">
              <a:lnSpc>
                <a:spcPct val="130000"/>
              </a:lnSpc>
              <a:spcBef>
                <a:spcPts val="300"/>
              </a:spcBef>
              <a:spcAft>
                <a:spcPts val="0"/>
              </a:spcAft>
              <a:buClr>
                <a:schemeClr val="dk1"/>
              </a:buClr>
              <a:buSzPts val="1800"/>
              <a:buChar char="•"/>
              <a:defRPr>
                <a:latin typeface="Arial"/>
                <a:ea typeface="Arial"/>
                <a:cs typeface="Arial"/>
                <a:sym typeface="Arial"/>
              </a:defRPr>
            </a:lvl4pPr>
            <a:lvl5pPr marL="2286000" lvl="4" indent="-342900" algn="just">
              <a:lnSpc>
                <a:spcPct val="130000"/>
              </a:lnSpc>
              <a:spcBef>
                <a:spcPts val="3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1" name="Google Shape;371;p22"/>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rmAutofit/>
          </a:bodyPr>
          <a:lstStyle>
            <a:lvl1pPr lvl="0" algn="l">
              <a:lnSpc>
                <a:spcPct val="120000"/>
              </a:lnSpc>
              <a:spcBef>
                <a:spcPts val="200"/>
              </a:spcBef>
              <a:spcAft>
                <a:spcPts val="0"/>
              </a:spcAft>
              <a:buClr>
                <a:srgbClr val="0072FF"/>
              </a:buClr>
              <a:buSzPts val="4400"/>
              <a:buFont typeface="Times New Roman"/>
              <a:buNone/>
              <a:defRPr sz="4400"/>
            </a:lvl1pPr>
            <a:lvl2pPr lvl="1">
              <a:spcBef>
                <a:spcPts val="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o sanh 2">
  <p:cSld name="So sanh 2">
    <p:spTree>
      <p:nvGrpSpPr>
        <p:cNvPr id="1" name="Shape 372"/>
        <p:cNvGrpSpPr/>
        <p:nvPr/>
      </p:nvGrpSpPr>
      <p:grpSpPr>
        <a:xfrm>
          <a:off x="0" y="0"/>
          <a:ext cx="0" cy="0"/>
          <a:chOff x="0" y="0"/>
          <a:chExt cx="0" cy="0"/>
        </a:xfrm>
      </p:grpSpPr>
      <p:sp>
        <p:nvSpPr>
          <p:cNvPr id="373" name="Google Shape;373;p23"/>
          <p:cNvSpPr/>
          <p:nvPr/>
        </p:nvSpPr>
        <p:spPr>
          <a:xfrm rot="10800000">
            <a:off x="-2" y="0"/>
            <a:ext cx="12192000" cy="6858000"/>
          </a:xfrm>
          <a:custGeom>
            <a:avLst/>
            <a:gdLst/>
            <a:ahLst/>
            <a:cxnLst/>
            <a:rect l="l" t="t" r="r" b="b"/>
            <a:pathLst>
              <a:path w="12192000" h="6858000" extrusionOk="0">
                <a:moveTo>
                  <a:pt x="0" y="616911"/>
                </a:moveTo>
                <a:lnTo>
                  <a:pt x="0" y="0"/>
                </a:lnTo>
                <a:lnTo>
                  <a:pt x="715617" y="0"/>
                </a:lnTo>
                <a:close/>
                <a:moveTo>
                  <a:pt x="12192000" y="6858000"/>
                </a:moveTo>
                <a:lnTo>
                  <a:pt x="11476383" y="6858000"/>
                </a:lnTo>
                <a:lnTo>
                  <a:pt x="12192000" y="6241089"/>
                </a:lnTo>
                <a:close/>
              </a:path>
            </a:pathLst>
          </a:custGeom>
          <a:blipFill rotWithShape="1">
            <a:blip r:embed="rId2">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4" name="Google Shape;374;p23"/>
          <p:cNvSpPr/>
          <p:nvPr/>
        </p:nvSpPr>
        <p:spPr>
          <a:xfrm rot="10800000">
            <a:off x="0" y="0"/>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375" name="Google Shape;375;p23"/>
          <p:cNvGrpSpPr/>
          <p:nvPr/>
        </p:nvGrpSpPr>
        <p:grpSpPr>
          <a:xfrm>
            <a:off x="58527" y="54292"/>
            <a:ext cx="2869771" cy="1563379"/>
            <a:chOff x="44879" y="27296"/>
            <a:chExt cx="2869771" cy="1563379"/>
          </a:xfrm>
        </p:grpSpPr>
        <p:cxnSp>
          <p:nvCxnSpPr>
            <p:cNvPr id="376" name="Google Shape;376;p23"/>
            <p:cNvCxnSpPr/>
            <p:nvPr/>
          </p:nvCxnSpPr>
          <p:spPr>
            <a:xfrm rot="10800000">
              <a:off x="766351" y="34631"/>
              <a:ext cx="2148299" cy="0"/>
            </a:xfrm>
            <a:prstGeom prst="straightConnector1">
              <a:avLst/>
            </a:prstGeom>
            <a:noFill/>
            <a:ln w="38100" cap="flat" cmpd="sng">
              <a:solidFill>
                <a:srgbClr val="00C6FF"/>
              </a:solidFill>
              <a:prstDash val="solid"/>
              <a:miter lim="800000"/>
              <a:headEnd type="none" w="sm" len="sm"/>
              <a:tailEnd type="none" w="sm" len="sm"/>
            </a:ln>
          </p:spPr>
        </p:cxnSp>
        <p:cxnSp>
          <p:nvCxnSpPr>
            <p:cNvPr id="377" name="Google Shape;377;p23"/>
            <p:cNvCxnSpPr/>
            <p:nvPr/>
          </p:nvCxnSpPr>
          <p:spPr>
            <a:xfrm flipH="1">
              <a:off x="44879" y="27296"/>
              <a:ext cx="737495" cy="644210"/>
            </a:xfrm>
            <a:prstGeom prst="straightConnector1">
              <a:avLst/>
            </a:prstGeom>
            <a:noFill/>
            <a:ln w="38100" cap="flat" cmpd="sng">
              <a:solidFill>
                <a:srgbClr val="00C6FF"/>
              </a:solidFill>
              <a:prstDash val="solid"/>
              <a:miter lim="800000"/>
              <a:headEnd type="none" w="sm" len="sm"/>
              <a:tailEnd type="none" w="sm" len="sm"/>
            </a:ln>
          </p:spPr>
        </p:cxnSp>
        <p:cxnSp>
          <p:nvCxnSpPr>
            <p:cNvPr id="378" name="Google Shape;378;p23"/>
            <p:cNvCxnSpPr/>
            <p:nvPr/>
          </p:nvCxnSpPr>
          <p:spPr>
            <a:xfrm rot="10800000">
              <a:off x="52214" y="654128"/>
              <a:ext cx="0" cy="936547"/>
            </a:xfrm>
            <a:prstGeom prst="straightConnector1">
              <a:avLst/>
            </a:prstGeom>
            <a:noFill/>
            <a:ln w="38100" cap="flat" cmpd="sng">
              <a:solidFill>
                <a:srgbClr val="00C6FF"/>
              </a:solidFill>
              <a:prstDash val="solid"/>
              <a:miter lim="800000"/>
              <a:headEnd type="none" w="sm" len="sm"/>
              <a:tailEnd type="none" w="sm" len="sm"/>
            </a:ln>
          </p:spPr>
        </p:cxnSp>
      </p:grpSp>
      <p:sp>
        <p:nvSpPr>
          <p:cNvPr id="379" name="Google Shape;379;p23"/>
          <p:cNvSpPr/>
          <p:nvPr/>
        </p:nvSpPr>
        <p:spPr>
          <a:xfrm>
            <a:off x="11476383" y="6241089"/>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0" name="Google Shape;380;p23"/>
          <p:cNvSpPr txBox="1">
            <a:spLocks noGrp="1"/>
          </p:cNvSpPr>
          <p:nvPr>
            <p:ph type="body" idx="1"/>
          </p:nvPr>
        </p:nvSpPr>
        <p:spPr>
          <a:xfrm>
            <a:off x="774144" y="1962615"/>
            <a:ext cx="5202000" cy="4214349"/>
          </a:xfrm>
          <a:prstGeom prst="rect">
            <a:avLst/>
          </a:prstGeom>
          <a:noFill/>
          <a:ln>
            <a:noFill/>
          </a:ln>
        </p:spPr>
        <p:txBody>
          <a:bodyPr spcFirstLastPara="1" wrap="square" lIns="91425" tIns="45700" rIns="91425" bIns="45700" anchor="t" anchorCtr="0">
            <a:normAutofit/>
          </a:bodyPr>
          <a:lstStyle>
            <a:lvl1pPr marL="457200" lvl="0" indent="-406400" algn="just">
              <a:lnSpc>
                <a:spcPct val="130000"/>
              </a:lnSpc>
              <a:spcBef>
                <a:spcPts val="300"/>
              </a:spcBef>
              <a:spcAft>
                <a:spcPts val="0"/>
              </a:spcAft>
              <a:buClr>
                <a:schemeClr val="dk1"/>
              </a:buClr>
              <a:buSzPts val="2800"/>
              <a:buChar char="•"/>
              <a:defRPr>
                <a:latin typeface="Arial"/>
                <a:ea typeface="Arial"/>
                <a:cs typeface="Arial"/>
                <a:sym typeface="Arial"/>
              </a:defRPr>
            </a:lvl1pPr>
            <a:lvl2pPr marL="914400" lvl="1" indent="-381000" algn="just">
              <a:lnSpc>
                <a:spcPct val="130000"/>
              </a:lnSpc>
              <a:spcBef>
                <a:spcPts val="300"/>
              </a:spcBef>
              <a:spcAft>
                <a:spcPts val="0"/>
              </a:spcAft>
              <a:buClr>
                <a:schemeClr val="dk1"/>
              </a:buClr>
              <a:buSzPts val="2400"/>
              <a:buChar char="•"/>
              <a:defRPr>
                <a:latin typeface="Arial"/>
                <a:ea typeface="Arial"/>
                <a:cs typeface="Arial"/>
                <a:sym typeface="Arial"/>
              </a:defRPr>
            </a:lvl2pPr>
            <a:lvl3pPr marL="1371600" lvl="2" indent="-355600" algn="just">
              <a:lnSpc>
                <a:spcPct val="130000"/>
              </a:lnSpc>
              <a:spcBef>
                <a:spcPts val="300"/>
              </a:spcBef>
              <a:spcAft>
                <a:spcPts val="0"/>
              </a:spcAft>
              <a:buClr>
                <a:schemeClr val="dk1"/>
              </a:buClr>
              <a:buSzPts val="2000"/>
              <a:buChar char="•"/>
              <a:defRPr>
                <a:latin typeface="Arial"/>
                <a:ea typeface="Arial"/>
                <a:cs typeface="Arial"/>
                <a:sym typeface="Arial"/>
              </a:defRPr>
            </a:lvl3pPr>
            <a:lvl4pPr marL="1828800" lvl="3" indent="-342900" algn="just">
              <a:lnSpc>
                <a:spcPct val="130000"/>
              </a:lnSpc>
              <a:spcBef>
                <a:spcPts val="300"/>
              </a:spcBef>
              <a:spcAft>
                <a:spcPts val="0"/>
              </a:spcAft>
              <a:buClr>
                <a:schemeClr val="dk1"/>
              </a:buClr>
              <a:buSzPts val="1800"/>
              <a:buChar char="•"/>
              <a:defRPr>
                <a:latin typeface="Arial"/>
                <a:ea typeface="Arial"/>
                <a:cs typeface="Arial"/>
                <a:sym typeface="Arial"/>
              </a:defRPr>
            </a:lvl4pPr>
            <a:lvl5pPr marL="2286000" lvl="4" indent="-342900" algn="just">
              <a:lnSpc>
                <a:spcPct val="130000"/>
              </a:lnSpc>
              <a:spcBef>
                <a:spcPts val="3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1" name="Google Shape;381;p23"/>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grpSp>
        <p:nvGrpSpPr>
          <p:cNvPr id="382" name="Google Shape;382;p23"/>
          <p:cNvGrpSpPr/>
          <p:nvPr/>
        </p:nvGrpSpPr>
        <p:grpSpPr>
          <a:xfrm>
            <a:off x="16026" y="4629289"/>
            <a:ext cx="434350" cy="2228711"/>
            <a:chOff x="16026" y="4629289"/>
            <a:chExt cx="434350" cy="2228711"/>
          </a:xfrm>
        </p:grpSpPr>
        <p:sp>
          <p:nvSpPr>
            <p:cNvPr id="383" name="Google Shape;383;p23"/>
            <p:cNvSpPr/>
            <p:nvPr/>
          </p:nvSpPr>
          <p:spPr>
            <a:xfrm>
              <a:off x="16026" y="4629289"/>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4" name="Google Shape;384;p23"/>
            <p:cNvSpPr/>
            <p:nvPr/>
          </p:nvSpPr>
          <p:spPr>
            <a:xfrm>
              <a:off x="16026" y="5005641"/>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5" name="Google Shape;385;p23"/>
            <p:cNvSpPr/>
            <p:nvPr/>
          </p:nvSpPr>
          <p:spPr>
            <a:xfrm>
              <a:off x="16026" y="5381993"/>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6" name="Google Shape;386;p23"/>
            <p:cNvSpPr/>
            <p:nvPr/>
          </p:nvSpPr>
          <p:spPr>
            <a:xfrm>
              <a:off x="16026" y="5758345"/>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7" name="Google Shape;387;p23"/>
            <p:cNvSpPr/>
            <p:nvPr/>
          </p:nvSpPr>
          <p:spPr>
            <a:xfrm>
              <a:off x="16026" y="6134697"/>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8" name="Google Shape;388;p23"/>
            <p:cNvSpPr/>
            <p:nvPr/>
          </p:nvSpPr>
          <p:spPr>
            <a:xfrm>
              <a:off x="16026" y="6511050"/>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389" name="Google Shape;389;p23"/>
          <p:cNvSpPr txBox="1">
            <a:spLocks noGrp="1"/>
          </p:cNvSpPr>
          <p:nvPr>
            <p:ph type="dt" idx="10"/>
          </p:nvPr>
        </p:nvSpPr>
        <p:spPr>
          <a:xfrm>
            <a:off x="6447446" y="6475620"/>
            <a:ext cx="2090098" cy="26311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0" name="Google Shape;390;p23"/>
          <p:cNvSpPr/>
          <p:nvPr/>
        </p:nvSpPr>
        <p:spPr>
          <a:xfrm>
            <a:off x="11589537" y="105878"/>
            <a:ext cx="489307" cy="405155"/>
          </a:xfrm>
          <a:custGeom>
            <a:avLst/>
            <a:gdLst/>
            <a:ahLst/>
            <a:cxnLst/>
            <a:rect l="l" t="t" r="r" b="b"/>
            <a:pathLst>
              <a:path w="489307" h="405155" extrusionOk="0">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1" name="Google Shape;391;p23"/>
          <p:cNvSpPr/>
          <p:nvPr/>
        </p:nvSpPr>
        <p:spPr>
          <a:xfrm>
            <a:off x="92963" y="6542941"/>
            <a:ext cx="280476" cy="28047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Arial"/>
              <a:ea typeface="Arial"/>
              <a:cs typeface="Arial"/>
              <a:sym typeface="Arial"/>
            </a:endParaRPr>
          </a:p>
        </p:txBody>
      </p:sp>
      <p:sp>
        <p:nvSpPr>
          <p:cNvPr id="392" name="Google Shape;392;p23"/>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700">
                <a:solidFill>
                  <a:schemeClr val="dk1"/>
                </a:solidFill>
                <a:latin typeface="Arial"/>
                <a:ea typeface="Arial"/>
                <a:cs typeface="Arial"/>
                <a:sym typeface="Arial"/>
              </a:defRPr>
            </a:lvl1pPr>
            <a:lvl2pPr marL="0" lvl="1" indent="0" algn="ctr">
              <a:spcBef>
                <a:spcPts val="0"/>
              </a:spcBef>
              <a:buNone/>
              <a:defRPr sz="700">
                <a:solidFill>
                  <a:schemeClr val="dk1"/>
                </a:solidFill>
                <a:latin typeface="Arial"/>
                <a:ea typeface="Arial"/>
                <a:cs typeface="Arial"/>
                <a:sym typeface="Arial"/>
              </a:defRPr>
            </a:lvl2pPr>
            <a:lvl3pPr marL="0" lvl="2" indent="0" algn="ctr">
              <a:spcBef>
                <a:spcPts val="0"/>
              </a:spcBef>
              <a:buNone/>
              <a:defRPr sz="700">
                <a:solidFill>
                  <a:schemeClr val="dk1"/>
                </a:solidFill>
                <a:latin typeface="Arial"/>
                <a:ea typeface="Arial"/>
                <a:cs typeface="Arial"/>
                <a:sym typeface="Arial"/>
              </a:defRPr>
            </a:lvl3pPr>
            <a:lvl4pPr marL="0" lvl="3" indent="0" algn="ctr">
              <a:spcBef>
                <a:spcPts val="0"/>
              </a:spcBef>
              <a:buNone/>
              <a:defRPr sz="700">
                <a:solidFill>
                  <a:schemeClr val="dk1"/>
                </a:solidFill>
                <a:latin typeface="Arial"/>
                <a:ea typeface="Arial"/>
                <a:cs typeface="Arial"/>
                <a:sym typeface="Arial"/>
              </a:defRPr>
            </a:lvl4pPr>
            <a:lvl5pPr marL="0" lvl="4" indent="0" algn="ctr">
              <a:spcBef>
                <a:spcPts val="0"/>
              </a:spcBef>
              <a:buNone/>
              <a:defRPr sz="700">
                <a:solidFill>
                  <a:schemeClr val="dk1"/>
                </a:solidFill>
                <a:latin typeface="Arial"/>
                <a:ea typeface="Arial"/>
                <a:cs typeface="Arial"/>
                <a:sym typeface="Arial"/>
              </a:defRPr>
            </a:lvl5pPr>
            <a:lvl6pPr marL="0" lvl="5" indent="0" algn="ctr">
              <a:spcBef>
                <a:spcPts val="0"/>
              </a:spcBef>
              <a:buNone/>
              <a:defRPr sz="700">
                <a:solidFill>
                  <a:schemeClr val="dk1"/>
                </a:solidFill>
                <a:latin typeface="Arial"/>
                <a:ea typeface="Arial"/>
                <a:cs typeface="Arial"/>
                <a:sym typeface="Arial"/>
              </a:defRPr>
            </a:lvl6pPr>
            <a:lvl7pPr marL="0" lvl="6" indent="0" algn="ctr">
              <a:spcBef>
                <a:spcPts val="0"/>
              </a:spcBef>
              <a:buNone/>
              <a:defRPr sz="700">
                <a:solidFill>
                  <a:schemeClr val="dk1"/>
                </a:solidFill>
                <a:latin typeface="Arial"/>
                <a:ea typeface="Arial"/>
                <a:cs typeface="Arial"/>
                <a:sym typeface="Arial"/>
              </a:defRPr>
            </a:lvl7pPr>
            <a:lvl8pPr marL="0" lvl="7" indent="0" algn="ctr">
              <a:spcBef>
                <a:spcPts val="0"/>
              </a:spcBef>
              <a:buNone/>
              <a:defRPr sz="700">
                <a:solidFill>
                  <a:schemeClr val="dk1"/>
                </a:solidFill>
                <a:latin typeface="Arial"/>
                <a:ea typeface="Arial"/>
                <a:cs typeface="Arial"/>
                <a:sym typeface="Arial"/>
              </a:defRPr>
            </a:lvl8pPr>
            <a:lvl9pPr marL="0" lvl="8" indent="0" algn="ctr">
              <a:spcBef>
                <a:spcPts val="0"/>
              </a:spcBef>
              <a:buNone/>
              <a:defRPr sz="700">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vi-VN"/>
              <a:t>‹#›</a:t>
            </a:fld>
            <a:endParaRPr/>
          </a:p>
        </p:txBody>
      </p:sp>
      <p:grpSp>
        <p:nvGrpSpPr>
          <p:cNvPr id="393" name="Google Shape;393;p23"/>
          <p:cNvGrpSpPr/>
          <p:nvPr/>
        </p:nvGrpSpPr>
        <p:grpSpPr>
          <a:xfrm rot="10800000">
            <a:off x="9265363" y="5246044"/>
            <a:ext cx="2869771" cy="1563379"/>
            <a:chOff x="44879" y="27296"/>
            <a:chExt cx="2869771" cy="1563379"/>
          </a:xfrm>
        </p:grpSpPr>
        <p:cxnSp>
          <p:nvCxnSpPr>
            <p:cNvPr id="394" name="Google Shape;394;p23"/>
            <p:cNvCxnSpPr/>
            <p:nvPr/>
          </p:nvCxnSpPr>
          <p:spPr>
            <a:xfrm rot="10800000">
              <a:off x="766351" y="34631"/>
              <a:ext cx="2148299" cy="0"/>
            </a:xfrm>
            <a:prstGeom prst="straightConnector1">
              <a:avLst/>
            </a:prstGeom>
            <a:noFill/>
            <a:ln w="38100" cap="flat" cmpd="sng">
              <a:solidFill>
                <a:srgbClr val="00C6FF"/>
              </a:solidFill>
              <a:prstDash val="solid"/>
              <a:miter lim="800000"/>
              <a:headEnd type="none" w="sm" len="sm"/>
              <a:tailEnd type="none" w="sm" len="sm"/>
            </a:ln>
          </p:spPr>
        </p:cxnSp>
        <p:cxnSp>
          <p:nvCxnSpPr>
            <p:cNvPr id="395" name="Google Shape;395;p23"/>
            <p:cNvCxnSpPr/>
            <p:nvPr/>
          </p:nvCxnSpPr>
          <p:spPr>
            <a:xfrm flipH="1">
              <a:off x="44879" y="27296"/>
              <a:ext cx="737495" cy="644210"/>
            </a:xfrm>
            <a:prstGeom prst="straightConnector1">
              <a:avLst/>
            </a:prstGeom>
            <a:noFill/>
            <a:ln w="38100" cap="flat" cmpd="sng">
              <a:solidFill>
                <a:srgbClr val="00C6FF"/>
              </a:solidFill>
              <a:prstDash val="solid"/>
              <a:miter lim="800000"/>
              <a:headEnd type="none" w="sm" len="sm"/>
              <a:tailEnd type="none" w="sm" len="sm"/>
            </a:ln>
          </p:spPr>
        </p:cxnSp>
        <p:cxnSp>
          <p:nvCxnSpPr>
            <p:cNvPr id="396" name="Google Shape;396;p23"/>
            <p:cNvCxnSpPr/>
            <p:nvPr/>
          </p:nvCxnSpPr>
          <p:spPr>
            <a:xfrm rot="10800000">
              <a:off x="52214" y="654128"/>
              <a:ext cx="0" cy="936547"/>
            </a:xfrm>
            <a:prstGeom prst="straightConnector1">
              <a:avLst/>
            </a:prstGeom>
            <a:noFill/>
            <a:ln w="38100" cap="flat" cmpd="sng">
              <a:solidFill>
                <a:srgbClr val="00C6FF"/>
              </a:solidFill>
              <a:prstDash val="solid"/>
              <a:miter lim="800000"/>
              <a:headEnd type="none" w="sm" len="sm"/>
              <a:tailEnd type="none" w="sm" len="sm"/>
            </a:ln>
          </p:spPr>
        </p:cxnSp>
      </p:grpSp>
      <p:sp>
        <p:nvSpPr>
          <p:cNvPr id="397" name="Google Shape;397;p23"/>
          <p:cNvSpPr txBox="1">
            <a:spLocks noGrp="1"/>
          </p:cNvSpPr>
          <p:nvPr>
            <p:ph type="body" idx="2"/>
          </p:nvPr>
        </p:nvSpPr>
        <p:spPr>
          <a:xfrm>
            <a:off x="6151800" y="1957280"/>
            <a:ext cx="5202000" cy="4214349"/>
          </a:xfrm>
          <a:prstGeom prst="rect">
            <a:avLst/>
          </a:prstGeom>
          <a:noFill/>
          <a:ln>
            <a:noFill/>
          </a:ln>
        </p:spPr>
        <p:txBody>
          <a:bodyPr spcFirstLastPara="1" wrap="square" lIns="91425" tIns="45700" rIns="91425" bIns="45700" anchor="t" anchorCtr="0">
            <a:normAutofit/>
          </a:bodyPr>
          <a:lstStyle>
            <a:lvl1pPr marL="457200" lvl="0" indent="-406400" algn="just">
              <a:lnSpc>
                <a:spcPct val="130000"/>
              </a:lnSpc>
              <a:spcBef>
                <a:spcPts val="300"/>
              </a:spcBef>
              <a:spcAft>
                <a:spcPts val="0"/>
              </a:spcAft>
              <a:buClr>
                <a:schemeClr val="dk1"/>
              </a:buClr>
              <a:buSzPts val="2800"/>
              <a:buChar char="•"/>
              <a:defRPr>
                <a:latin typeface="Arial"/>
                <a:ea typeface="Arial"/>
                <a:cs typeface="Arial"/>
                <a:sym typeface="Arial"/>
              </a:defRPr>
            </a:lvl1pPr>
            <a:lvl2pPr marL="914400" lvl="1" indent="-381000" algn="just">
              <a:lnSpc>
                <a:spcPct val="130000"/>
              </a:lnSpc>
              <a:spcBef>
                <a:spcPts val="300"/>
              </a:spcBef>
              <a:spcAft>
                <a:spcPts val="0"/>
              </a:spcAft>
              <a:buClr>
                <a:schemeClr val="dk1"/>
              </a:buClr>
              <a:buSzPts val="2400"/>
              <a:buChar char="•"/>
              <a:defRPr>
                <a:latin typeface="Arial"/>
                <a:ea typeface="Arial"/>
                <a:cs typeface="Arial"/>
                <a:sym typeface="Arial"/>
              </a:defRPr>
            </a:lvl2pPr>
            <a:lvl3pPr marL="1371600" lvl="2" indent="-355600" algn="just">
              <a:lnSpc>
                <a:spcPct val="130000"/>
              </a:lnSpc>
              <a:spcBef>
                <a:spcPts val="300"/>
              </a:spcBef>
              <a:spcAft>
                <a:spcPts val="0"/>
              </a:spcAft>
              <a:buClr>
                <a:schemeClr val="dk1"/>
              </a:buClr>
              <a:buSzPts val="2000"/>
              <a:buChar char="•"/>
              <a:defRPr>
                <a:latin typeface="Arial"/>
                <a:ea typeface="Arial"/>
                <a:cs typeface="Arial"/>
                <a:sym typeface="Arial"/>
              </a:defRPr>
            </a:lvl3pPr>
            <a:lvl4pPr marL="1828800" lvl="3" indent="-342900" algn="just">
              <a:lnSpc>
                <a:spcPct val="130000"/>
              </a:lnSpc>
              <a:spcBef>
                <a:spcPts val="300"/>
              </a:spcBef>
              <a:spcAft>
                <a:spcPts val="0"/>
              </a:spcAft>
              <a:buClr>
                <a:schemeClr val="dk1"/>
              </a:buClr>
              <a:buSzPts val="1800"/>
              <a:buChar char="•"/>
              <a:defRPr>
                <a:latin typeface="Arial"/>
                <a:ea typeface="Arial"/>
                <a:cs typeface="Arial"/>
                <a:sym typeface="Arial"/>
              </a:defRPr>
            </a:lvl4pPr>
            <a:lvl5pPr marL="2286000" lvl="4" indent="-342900" algn="just">
              <a:lnSpc>
                <a:spcPct val="130000"/>
              </a:lnSpc>
              <a:spcBef>
                <a:spcPts val="3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8" name="Google Shape;398;p23"/>
          <p:cNvSpPr txBox="1">
            <a:spLocks noGrp="1"/>
          </p:cNvSpPr>
          <p:nvPr>
            <p:ph type="body" idx="3"/>
          </p:nvPr>
        </p:nvSpPr>
        <p:spPr>
          <a:xfrm>
            <a:off x="774144" y="1233825"/>
            <a:ext cx="5202794" cy="504825"/>
          </a:xfrm>
          <a:prstGeom prst="rect">
            <a:avLst/>
          </a:prstGeom>
          <a:gradFill>
            <a:gsLst>
              <a:gs pos="0">
                <a:srgbClr val="0072FF"/>
              </a:gs>
              <a:gs pos="99000">
                <a:srgbClr val="00C6FF"/>
              </a:gs>
              <a:gs pos="100000">
                <a:srgbClr val="00C6FF"/>
              </a:gs>
            </a:gsLst>
            <a:lin ang="2700000" scaled="0"/>
          </a:gradFill>
          <a:ln>
            <a:noFill/>
          </a:ln>
        </p:spPr>
        <p:txBody>
          <a:bodyPr spcFirstLastPara="1" wrap="square" lIns="91425" tIns="45700" rIns="91425" bIns="45700" anchor="t" anchorCtr="0">
            <a:normAutofit/>
          </a:bodyPr>
          <a:lstStyle>
            <a:lvl1pPr marL="457200" lvl="0" indent="-228600" algn="ctr">
              <a:lnSpc>
                <a:spcPct val="120000"/>
              </a:lnSpc>
              <a:spcBef>
                <a:spcPts val="200"/>
              </a:spcBef>
              <a:spcAft>
                <a:spcPts val="0"/>
              </a:spcAft>
              <a:buClr>
                <a:schemeClr val="lt1"/>
              </a:buClr>
              <a:buSzPts val="2400"/>
              <a:buNone/>
              <a:defRPr sz="2400" b="1" i="0">
                <a:solidFill>
                  <a:schemeClr val="lt1"/>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9" name="Google Shape;399;p23"/>
          <p:cNvSpPr txBox="1">
            <a:spLocks noGrp="1"/>
          </p:cNvSpPr>
          <p:nvPr>
            <p:ph type="body" idx="4"/>
          </p:nvPr>
        </p:nvSpPr>
        <p:spPr>
          <a:xfrm>
            <a:off x="6151006" y="1233825"/>
            <a:ext cx="5202794" cy="504825"/>
          </a:xfrm>
          <a:prstGeom prst="rect">
            <a:avLst/>
          </a:prstGeom>
          <a:gradFill>
            <a:gsLst>
              <a:gs pos="0">
                <a:srgbClr val="0072FF"/>
              </a:gs>
              <a:gs pos="99000">
                <a:srgbClr val="00C6FF"/>
              </a:gs>
              <a:gs pos="100000">
                <a:srgbClr val="00C6FF"/>
              </a:gs>
            </a:gsLst>
            <a:lin ang="2700000" scaled="0"/>
          </a:gradFill>
          <a:ln>
            <a:noFill/>
          </a:ln>
        </p:spPr>
        <p:txBody>
          <a:bodyPr spcFirstLastPara="1" wrap="square" lIns="91425" tIns="45700" rIns="91425" bIns="45700" anchor="t" anchorCtr="0">
            <a:normAutofit/>
          </a:bodyPr>
          <a:lstStyle>
            <a:lvl1pPr marL="457200" lvl="0" indent="-228600" algn="ctr">
              <a:lnSpc>
                <a:spcPct val="120000"/>
              </a:lnSpc>
              <a:spcBef>
                <a:spcPts val="200"/>
              </a:spcBef>
              <a:spcAft>
                <a:spcPts val="0"/>
              </a:spcAft>
              <a:buClr>
                <a:schemeClr val="lt1"/>
              </a:buClr>
              <a:buSzPts val="2400"/>
              <a:buNone/>
              <a:defRPr sz="2400" b="1" i="0">
                <a:solidFill>
                  <a:schemeClr val="lt1"/>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0" name="Google Shape;400;p23"/>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rmAutofit/>
          </a:bodyPr>
          <a:lstStyle>
            <a:lvl1pPr lvl="0" algn="l">
              <a:lnSpc>
                <a:spcPct val="120000"/>
              </a:lnSpc>
              <a:spcBef>
                <a:spcPts val="200"/>
              </a:spcBef>
              <a:spcAft>
                <a:spcPts val="0"/>
              </a:spcAft>
              <a:buClr>
                <a:srgbClr val="0072FF"/>
              </a:buClr>
              <a:buSzPts val="4400"/>
              <a:buFont typeface="Times New Roman"/>
              <a:buNone/>
              <a:defRPr sz="4400"/>
            </a:lvl1pPr>
            <a:lvl2pPr lvl="1">
              <a:spcBef>
                <a:spcPts val="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Noi dung 2">
  <p:cSld name="Noi dung 2">
    <p:spTree>
      <p:nvGrpSpPr>
        <p:cNvPr id="1" name="Shape 401"/>
        <p:cNvGrpSpPr/>
        <p:nvPr/>
      </p:nvGrpSpPr>
      <p:grpSpPr>
        <a:xfrm>
          <a:off x="0" y="0"/>
          <a:ext cx="0" cy="0"/>
          <a:chOff x="0" y="0"/>
          <a:chExt cx="0" cy="0"/>
        </a:xfrm>
      </p:grpSpPr>
      <p:sp>
        <p:nvSpPr>
          <p:cNvPr id="402" name="Google Shape;402;p24"/>
          <p:cNvSpPr/>
          <p:nvPr/>
        </p:nvSpPr>
        <p:spPr>
          <a:xfrm rot="10800000">
            <a:off x="-2" y="0"/>
            <a:ext cx="12192000" cy="6858000"/>
          </a:xfrm>
          <a:custGeom>
            <a:avLst/>
            <a:gdLst/>
            <a:ahLst/>
            <a:cxnLst/>
            <a:rect l="l" t="t" r="r" b="b"/>
            <a:pathLst>
              <a:path w="12192000" h="6858000" extrusionOk="0">
                <a:moveTo>
                  <a:pt x="0" y="616911"/>
                </a:moveTo>
                <a:lnTo>
                  <a:pt x="0" y="0"/>
                </a:lnTo>
                <a:lnTo>
                  <a:pt x="715617" y="0"/>
                </a:lnTo>
                <a:close/>
                <a:moveTo>
                  <a:pt x="12192000" y="6858000"/>
                </a:moveTo>
                <a:lnTo>
                  <a:pt x="11476383" y="6858000"/>
                </a:lnTo>
                <a:lnTo>
                  <a:pt x="12192000" y="6241089"/>
                </a:lnTo>
                <a:close/>
              </a:path>
            </a:pathLst>
          </a:custGeom>
          <a:blipFill rotWithShape="1">
            <a:blip r:embed="rId2">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3" name="Google Shape;403;p24"/>
          <p:cNvSpPr/>
          <p:nvPr/>
        </p:nvSpPr>
        <p:spPr>
          <a:xfrm rot="10800000">
            <a:off x="0" y="0"/>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404" name="Google Shape;404;p24"/>
          <p:cNvGrpSpPr/>
          <p:nvPr/>
        </p:nvGrpSpPr>
        <p:grpSpPr>
          <a:xfrm>
            <a:off x="58527" y="54292"/>
            <a:ext cx="2869771" cy="1563379"/>
            <a:chOff x="44879" y="27296"/>
            <a:chExt cx="2869771" cy="1563379"/>
          </a:xfrm>
        </p:grpSpPr>
        <p:cxnSp>
          <p:nvCxnSpPr>
            <p:cNvPr id="405" name="Google Shape;405;p24"/>
            <p:cNvCxnSpPr/>
            <p:nvPr/>
          </p:nvCxnSpPr>
          <p:spPr>
            <a:xfrm rot="10800000">
              <a:off x="766351" y="34631"/>
              <a:ext cx="2148299" cy="0"/>
            </a:xfrm>
            <a:prstGeom prst="straightConnector1">
              <a:avLst/>
            </a:prstGeom>
            <a:noFill/>
            <a:ln w="38100" cap="flat" cmpd="sng">
              <a:solidFill>
                <a:srgbClr val="00C6FF"/>
              </a:solidFill>
              <a:prstDash val="solid"/>
              <a:miter lim="800000"/>
              <a:headEnd type="none" w="sm" len="sm"/>
              <a:tailEnd type="none" w="sm" len="sm"/>
            </a:ln>
          </p:spPr>
        </p:cxnSp>
        <p:cxnSp>
          <p:nvCxnSpPr>
            <p:cNvPr id="406" name="Google Shape;406;p24"/>
            <p:cNvCxnSpPr/>
            <p:nvPr/>
          </p:nvCxnSpPr>
          <p:spPr>
            <a:xfrm flipH="1">
              <a:off x="44879" y="27296"/>
              <a:ext cx="737495" cy="644210"/>
            </a:xfrm>
            <a:prstGeom prst="straightConnector1">
              <a:avLst/>
            </a:prstGeom>
            <a:noFill/>
            <a:ln w="38100" cap="flat" cmpd="sng">
              <a:solidFill>
                <a:srgbClr val="00C6FF"/>
              </a:solidFill>
              <a:prstDash val="solid"/>
              <a:miter lim="800000"/>
              <a:headEnd type="none" w="sm" len="sm"/>
              <a:tailEnd type="none" w="sm" len="sm"/>
            </a:ln>
          </p:spPr>
        </p:cxnSp>
        <p:cxnSp>
          <p:nvCxnSpPr>
            <p:cNvPr id="407" name="Google Shape;407;p24"/>
            <p:cNvCxnSpPr/>
            <p:nvPr/>
          </p:nvCxnSpPr>
          <p:spPr>
            <a:xfrm rot="10800000">
              <a:off x="52214" y="654128"/>
              <a:ext cx="0" cy="936547"/>
            </a:xfrm>
            <a:prstGeom prst="straightConnector1">
              <a:avLst/>
            </a:prstGeom>
            <a:noFill/>
            <a:ln w="38100" cap="flat" cmpd="sng">
              <a:solidFill>
                <a:srgbClr val="00C6FF"/>
              </a:solidFill>
              <a:prstDash val="solid"/>
              <a:miter lim="800000"/>
              <a:headEnd type="none" w="sm" len="sm"/>
              <a:tailEnd type="none" w="sm" len="sm"/>
            </a:ln>
          </p:spPr>
        </p:cxnSp>
      </p:grpSp>
      <p:sp>
        <p:nvSpPr>
          <p:cNvPr id="408" name="Google Shape;408;p24"/>
          <p:cNvSpPr/>
          <p:nvPr/>
        </p:nvSpPr>
        <p:spPr>
          <a:xfrm>
            <a:off x="11476383" y="6241089"/>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9" name="Google Shape;409;p24"/>
          <p:cNvSpPr txBox="1">
            <a:spLocks noGrp="1"/>
          </p:cNvSpPr>
          <p:nvPr>
            <p:ph type="title"/>
          </p:nvPr>
        </p:nvSpPr>
        <p:spPr>
          <a:xfrm>
            <a:off x="774146" y="202009"/>
            <a:ext cx="3932227" cy="1698043"/>
          </a:xfrm>
          <a:prstGeom prst="rect">
            <a:avLst/>
          </a:prstGeom>
          <a:noFill/>
          <a:ln>
            <a:noFill/>
          </a:ln>
        </p:spPr>
        <p:txBody>
          <a:bodyPr spcFirstLastPara="1" wrap="square" lIns="91425" tIns="45700" rIns="91425" bIns="45700" anchor="ctr" anchorCtr="0">
            <a:noAutofit/>
          </a:bodyPr>
          <a:lstStyle>
            <a:lvl1pPr lvl="0" algn="l">
              <a:lnSpc>
                <a:spcPct val="120000"/>
              </a:lnSpc>
              <a:spcBef>
                <a:spcPts val="200"/>
              </a:spcBef>
              <a:spcAft>
                <a:spcPts val="0"/>
              </a:spcAft>
              <a:buClr>
                <a:srgbClr val="0072FF"/>
              </a:buClr>
              <a:buSzPts val="4000"/>
              <a:buFont typeface="Times New Roman"/>
              <a:buNone/>
              <a:defRPr sz="4000"/>
            </a:lvl1pPr>
            <a:lvl2pPr lvl="1">
              <a:spcBef>
                <a:spcPts val="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0" name="Google Shape;410;p24"/>
          <p:cNvSpPr txBox="1">
            <a:spLocks noGrp="1"/>
          </p:cNvSpPr>
          <p:nvPr>
            <p:ph type="body" idx="1"/>
          </p:nvPr>
        </p:nvSpPr>
        <p:spPr>
          <a:xfrm>
            <a:off x="774144" y="2113808"/>
            <a:ext cx="3932227" cy="4063156"/>
          </a:xfrm>
          <a:prstGeom prst="rect">
            <a:avLst/>
          </a:prstGeom>
          <a:noFill/>
          <a:ln>
            <a:noFill/>
          </a:ln>
        </p:spPr>
        <p:txBody>
          <a:bodyPr spcFirstLastPara="1" wrap="square" lIns="91425" tIns="45700" rIns="91425" bIns="45700" anchor="t" anchorCtr="0">
            <a:normAutofit/>
          </a:bodyPr>
          <a:lstStyle>
            <a:lvl1pPr marL="457200" lvl="0" indent="-406400" algn="just">
              <a:lnSpc>
                <a:spcPct val="130000"/>
              </a:lnSpc>
              <a:spcBef>
                <a:spcPts val="300"/>
              </a:spcBef>
              <a:spcAft>
                <a:spcPts val="0"/>
              </a:spcAft>
              <a:buClr>
                <a:schemeClr val="dk1"/>
              </a:buClr>
              <a:buSzPts val="2800"/>
              <a:buChar char="•"/>
              <a:defRPr>
                <a:latin typeface="Arial"/>
                <a:ea typeface="Arial"/>
                <a:cs typeface="Arial"/>
                <a:sym typeface="Arial"/>
              </a:defRPr>
            </a:lvl1pPr>
            <a:lvl2pPr marL="914400" lvl="1" indent="-381000" algn="just">
              <a:lnSpc>
                <a:spcPct val="130000"/>
              </a:lnSpc>
              <a:spcBef>
                <a:spcPts val="300"/>
              </a:spcBef>
              <a:spcAft>
                <a:spcPts val="0"/>
              </a:spcAft>
              <a:buClr>
                <a:schemeClr val="dk1"/>
              </a:buClr>
              <a:buSzPts val="2400"/>
              <a:buChar char="•"/>
              <a:defRPr>
                <a:latin typeface="Arial"/>
                <a:ea typeface="Arial"/>
                <a:cs typeface="Arial"/>
                <a:sym typeface="Arial"/>
              </a:defRPr>
            </a:lvl2pPr>
            <a:lvl3pPr marL="1371600" lvl="2" indent="-355600" algn="just">
              <a:lnSpc>
                <a:spcPct val="130000"/>
              </a:lnSpc>
              <a:spcBef>
                <a:spcPts val="300"/>
              </a:spcBef>
              <a:spcAft>
                <a:spcPts val="0"/>
              </a:spcAft>
              <a:buClr>
                <a:schemeClr val="dk1"/>
              </a:buClr>
              <a:buSzPts val="2000"/>
              <a:buChar char="•"/>
              <a:defRPr>
                <a:latin typeface="Arial"/>
                <a:ea typeface="Arial"/>
                <a:cs typeface="Arial"/>
                <a:sym typeface="Arial"/>
              </a:defRPr>
            </a:lvl3pPr>
            <a:lvl4pPr marL="1828800" lvl="3" indent="-342900" algn="just">
              <a:lnSpc>
                <a:spcPct val="130000"/>
              </a:lnSpc>
              <a:spcBef>
                <a:spcPts val="300"/>
              </a:spcBef>
              <a:spcAft>
                <a:spcPts val="0"/>
              </a:spcAft>
              <a:buClr>
                <a:schemeClr val="dk1"/>
              </a:buClr>
              <a:buSzPts val="1800"/>
              <a:buChar char="•"/>
              <a:defRPr>
                <a:latin typeface="Arial"/>
                <a:ea typeface="Arial"/>
                <a:cs typeface="Arial"/>
                <a:sym typeface="Arial"/>
              </a:defRPr>
            </a:lvl4pPr>
            <a:lvl5pPr marL="2286000" lvl="4" indent="-342900" algn="just">
              <a:lnSpc>
                <a:spcPct val="130000"/>
              </a:lnSpc>
              <a:spcBef>
                <a:spcPts val="3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1" name="Google Shape;411;p24"/>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grpSp>
        <p:nvGrpSpPr>
          <p:cNvPr id="412" name="Google Shape;412;p24"/>
          <p:cNvGrpSpPr/>
          <p:nvPr/>
        </p:nvGrpSpPr>
        <p:grpSpPr>
          <a:xfrm>
            <a:off x="16026" y="4629289"/>
            <a:ext cx="434350" cy="2228711"/>
            <a:chOff x="16026" y="4629289"/>
            <a:chExt cx="434350" cy="2228711"/>
          </a:xfrm>
        </p:grpSpPr>
        <p:sp>
          <p:nvSpPr>
            <p:cNvPr id="413" name="Google Shape;413;p24"/>
            <p:cNvSpPr/>
            <p:nvPr/>
          </p:nvSpPr>
          <p:spPr>
            <a:xfrm>
              <a:off x="16026" y="4629289"/>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4" name="Google Shape;414;p24"/>
            <p:cNvSpPr/>
            <p:nvPr/>
          </p:nvSpPr>
          <p:spPr>
            <a:xfrm>
              <a:off x="16026" y="5005641"/>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5" name="Google Shape;415;p24"/>
            <p:cNvSpPr/>
            <p:nvPr/>
          </p:nvSpPr>
          <p:spPr>
            <a:xfrm>
              <a:off x="16026" y="5381993"/>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6" name="Google Shape;416;p24"/>
            <p:cNvSpPr/>
            <p:nvPr/>
          </p:nvSpPr>
          <p:spPr>
            <a:xfrm>
              <a:off x="16026" y="5758345"/>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7" name="Google Shape;417;p24"/>
            <p:cNvSpPr/>
            <p:nvPr/>
          </p:nvSpPr>
          <p:spPr>
            <a:xfrm>
              <a:off x="16026" y="6134697"/>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8" name="Google Shape;418;p24"/>
            <p:cNvSpPr/>
            <p:nvPr/>
          </p:nvSpPr>
          <p:spPr>
            <a:xfrm>
              <a:off x="16026" y="6511050"/>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419" name="Google Shape;419;p24"/>
          <p:cNvSpPr txBox="1">
            <a:spLocks noGrp="1"/>
          </p:cNvSpPr>
          <p:nvPr>
            <p:ph type="dt" idx="10"/>
          </p:nvPr>
        </p:nvSpPr>
        <p:spPr>
          <a:xfrm>
            <a:off x="6447446" y="6475620"/>
            <a:ext cx="2090098" cy="26311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0" name="Google Shape;420;p24"/>
          <p:cNvSpPr/>
          <p:nvPr/>
        </p:nvSpPr>
        <p:spPr>
          <a:xfrm>
            <a:off x="11589537" y="105878"/>
            <a:ext cx="489307" cy="405155"/>
          </a:xfrm>
          <a:custGeom>
            <a:avLst/>
            <a:gdLst/>
            <a:ahLst/>
            <a:cxnLst/>
            <a:rect l="l" t="t" r="r" b="b"/>
            <a:pathLst>
              <a:path w="489307" h="405155" extrusionOk="0">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1" name="Google Shape;421;p24"/>
          <p:cNvSpPr/>
          <p:nvPr/>
        </p:nvSpPr>
        <p:spPr>
          <a:xfrm>
            <a:off x="92963" y="6542941"/>
            <a:ext cx="280476" cy="28047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Arial"/>
              <a:ea typeface="Arial"/>
              <a:cs typeface="Arial"/>
              <a:sym typeface="Arial"/>
            </a:endParaRPr>
          </a:p>
        </p:txBody>
      </p:sp>
      <p:sp>
        <p:nvSpPr>
          <p:cNvPr id="422" name="Google Shape;422;p24"/>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700">
                <a:solidFill>
                  <a:schemeClr val="dk1"/>
                </a:solidFill>
                <a:latin typeface="Arial"/>
                <a:ea typeface="Arial"/>
                <a:cs typeface="Arial"/>
                <a:sym typeface="Arial"/>
              </a:defRPr>
            </a:lvl1pPr>
            <a:lvl2pPr marL="0" lvl="1" indent="0" algn="ctr">
              <a:spcBef>
                <a:spcPts val="0"/>
              </a:spcBef>
              <a:buNone/>
              <a:defRPr sz="700">
                <a:solidFill>
                  <a:schemeClr val="dk1"/>
                </a:solidFill>
                <a:latin typeface="Arial"/>
                <a:ea typeface="Arial"/>
                <a:cs typeface="Arial"/>
                <a:sym typeface="Arial"/>
              </a:defRPr>
            </a:lvl2pPr>
            <a:lvl3pPr marL="0" lvl="2" indent="0" algn="ctr">
              <a:spcBef>
                <a:spcPts val="0"/>
              </a:spcBef>
              <a:buNone/>
              <a:defRPr sz="700">
                <a:solidFill>
                  <a:schemeClr val="dk1"/>
                </a:solidFill>
                <a:latin typeface="Arial"/>
                <a:ea typeface="Arial"/>
                <a:cs typeface="Arial"/>
                <a:sym typeface="Arial"/>
              </a:defRPr>
            </a:lvl3pPr>
            <a:lvl4pPr marL="0" lvl="3" indent="0" algn="ctr">
              <a:spcBef>
                <a:spcPts val="0"/>
              </a:spcBef>
              <a:buNone/>
              <a:defRPr sz="700">
                <a:solidFill>
                  <a:schemeClr val="dk1"/>
                </a:solidFill>
                <a:latin typeface="Arial"/>
                <a:ea typeface="Arial"/>
                <a:cs typeface="Arial"/>
                <a:sym typeface="Arial"/>
              </a:defRPr>
            </a:lvl4pPr>
            <a:lvl5pPr marL="0" lvl="4" indent="0" algn="ctr">
              <a:spcBef>
                <a:spcPts val="0"/>
              </a:spcBef>
              <a:buNone/>
              <a:defRPr sz="700">
                <a:solidFill>
                  <a:schemeClr val="dk1"/>
                </a:solidFill>
                <a:latin typeface="Arial"/>
                <a:ea typeface="Arial"/>
                <a:cs typeface="Arial"/>
                <a:sym typeface="Arial"/>
              </a:defRPr>
            </a:lvl5pPr>
            <a:lvl6pPr marL="0" lvl="5" indent="0" algn="ctr">
              <a:spcBef>
                <a:spcPts val="0"/>
              </a:spcBef>
              <a:buNone/>
              <a:defRPr sz="700">
                <a:solidFill>
                  <a:schemeClr val="dk1"/>
                </a:solidFill>
                <a:latin typeface="Arial"/>
                <a:ea typeface="Arial"/>
                <a:cs typeface="Arial"/>
                <a:sym typeface="Arial"/>
              </a:defRPr>
            </a:lvl6pPr>
            <a:lvl7pPr marL="0" lvl="6" indent="0" algn="ctr">
              <a:spcBef>
                <a:spcPts val="0"/>
              </a:spcBef>
              <a:buNone/>
              <a:defRPr sz="700">
                <a:solidFill>
                  <a:schemeClr val="dk1"/>
                </a:solidFill>
                <a:latin typeface="Arial"/>
                <a:ea typeface="Arial"/>
                <a:cs typeface="Arial"/>
                <a:sym typeface="Arial"/>
              </a:defRPr>
            </a:lvl7pPr>
            <a:lvl8pPr marL="0" lvl="7" indent="0" algn="ctr">
              <a:spcBef>
                <a:spcPts val="0"/>
              </a:spcBef>
              <a:buNone/>
              <a:defRPr sz="700">
                <a:solidFill>
                  <a:schemeClr val="dk1"/>
                </a:solidFill>
                <a:latin typeface="Arial"/>
                <a:ea typeface="Arial"/>
                <a:cs typeface="Arial"/>
                <a:sym typeface="Arial"/>
              </a:defRPr>
            </a:lvl8pPr>
            <a:lvl9pPr marL="0" lvl="8" indent="0" algn="ctr">
              <a:spcBef>
                <a:spcPts val="0"/>
              </a:spcBef>
              <a:buNone/>
              <a:defRPr sz="700">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vi-VN"/>
              <a:t>‹#›</a:t>
            </a:fld>
            <a:endParaRPr/>
          </a:p>
        </p:txBody>
      </p:sp>
      <p:grpSp>
        <p:nvGrpSpPr>
          <p:cNvPr id="423" name="Google Shape;423;p24"/>
          <p:cNvGrpSpPr/>
          <p:nvPr/>
        </p:nvGrpSpPr>
        <p:grpSpPr>
          <a:xfrm rot="10800000">
            <a:off x="9265363" y="5246044"/>
            <a:ext cx="2869771" cy="1563379"/>
            <a:chOff x="44879" y="27296"/>
            <a:chExt cx="2869771" cy="1563379"/>
          </a:xfrm>
        </p:grpSpPr>
        <p:cxnSp>
          <p:nvCxnSpPr>
            <p:cNvPr id="424" name="Google Shape;424;p24"/>
            <p:cNvCxnSpPr/>
            <p:nvPr/>
          </p:nvCxnSpPr>
          <p:spPr>
            <a:xfrm rot="10800000">
              <a:off x="766351" y="34631"/>
              <a:ext cx="2148299" cy="0"/>
            </a:xfrm>
            <a:prstGeom prst="straightConnector1">
              <a:avLst/>
            </a:prstGeom>
            <a:noFill/>
            <a:ln w="38100" cap="flat" cmpd="sng">
              <a:solidFill>
                <a:srgbClr val="00C6FF"/>
              </a:solidFill>
              <a:prstDash val="solid"/>
              <a:miter lim="800000"/>
              <a:headEnd type="none" w="sm" len="sm"/>
              <a:tailEnd type="none" w="sm" len="sm"/>
            </a:ln>
          </p:spPr>
        </p:cxnSp>
        <p:cxnSp>
          <p:nvCxnSpPr>
            <p:cNvPr id="425" name="Google Shape;425;p24"/>
            <p:cNvCxnSpPr/>
            <p:nvPr/>
          </p:nvCxnSpPr>
          <p:spPr>
            <a:xfrm flipH="1">
              <a:off x="44879" y="27296"/>
              <a:ext cx="737495" cy="644210"/>
            </a:xfrm>
            <a:prstGeom prst="straightConnector1">
              <a:avLst/>
            </a:prstGeom>
            <a:noFill/>
            <a:ln w="38100" cap="flat" cmpd="sng">
              <a:solidFill>
                <a:srgbClr val="00C6FF"/>
              </a:solidFill>
              <a:prstDash val="solid"/>
              <a:miter lim="800000"/>
              <a:headEnd type="none" w="sm" len="sm"/>
              <a:tailEnd type="none" w="sm" len="sm"/>
            </a:ln>
          </p:spPr>
        </p:cxnSp>
        <p:cxnSp>
          <p:nvCxnSpPr>
            <p:cNvPr id="426" name="Google Shape;426;p24"/>
            <p:cNvCxnSpPr/>
            <p:nvPr/>
          </p:nvCxnSpPr>
          <p:spPr>
            <a:xfrm rot="10800000">
              <a:off x="52214" y="654128"/>
              <a:ext cx="0" cy="936547"/>
            </a:xfrm>
            <a:prstGeom prst="straightConnector1">
              <a:avLst/>
            </a:prstGeom>
            <a:noFill/>
            <a:ln w="38100" cap="flat" cmpd="sng">
              <a:solidFill>
                <a:srgbClr val="00C6FF"/>
              </a:solidFill>
              <a:prstDash val="solid"/>
              <a:miter lim="800000"/>
              <a:headEnd type="none" w="sm" len="sm"/>
              <a:tailEnd type="none" w="sm" len="sm"/>
            </a:ln>
          </p:spPr>
        </p:cxnSp>
      </p:grpSp>
      <p:sp>
        <p:nvSpPr>
          <p:cNvPr id="427" name="Google Shape;427;p24"/>
          <p:cNvSpPr txBox="1">
            <a:spLocks noGrp="1"/>
          </p:cNvSpPr>
          <p:nvPr>
            <p:ph type="body" idx="2"/>
          </p:nvPr>
        </p:nvSpPr>
        <p:spPr>
          <a:xfrm>
            <a:off x="5085934" y="202009"/>
            <a:ext cx="6267866" cy="5969620"/>
          </a:xfrm>
          <a:prstGeom prst="rect">
            <a:avLst/>
          </a:prstGeom>
          <a:noFill/>
          <a:ln>
            <a:noFill/>
          </a:ln>
        </p:spPr>
        <p:txBody>
          <a:bodyPr spcFirstLastPara="1" wrap="square" lIns="91425" tIns="45700" rIns="91425" bIns="45700" anchor="t" anchorCtr="0">
            <a:normAutofit/>
          </a:bodyPr>
          <a:lstStyle>
            <a:lvl1pPr marL="457200" lvl="0" indent="-406400" algn="just">
              <a:lnSpc>
                <a:spcPct val="130000"/>
              </a:lnSpc>
              <a:spcBef>
                <a:spcPts val="300"/>
              </a:spcBef>
              <a:spcAft>
                <a:spcPts val="0"/>
              </a:spcAft>
              <a:buClr>
                <a:schemeClr val="dk1"/>
              </a:buClr>
              <a:buSzPts val="2800"/>
              <a:buChar char="•"/>
              <a:defRPr>
                <a:latin typeface="Arial"/>
                <a:ea typeface="Arial"/>
                <a:cs typeface="Arial"/>
                <a:sym typeface="Arial"/>
              </a:defRPr>
            </a:lvl1pPr>
            <a:lvl2pPr marL="914400" lvl="1" indent="-381000" algn="just">
              <a:lnSpc>
                <a:spcPct val="130000"/>
              </a:lnSpc>
              <a:spcBef>
                <a:spcPts val="300"/>
              </a:spcBef>
              <a:spcAft>
                <a:spcPts val="0"/>
              </a:spcAft>
              <a:buClr>
                <a:schemeClr val="dk1"/>
              </a:buClr>
              <a:buSzPts val="2400"/>
              <a:buChar char="•"/>
              <a:defRPr>
                <a:latin typeface="Arial"/>
                <a:ea typeface="Arial"/>
                <a:cs typeface="Arial"/>
                <a:sym typeface="Arial"/>
              </a:defRPr>
            </a:lvl2pPr>
            <a:lvl3pPr marL="1371600" lvl="2" indent="-355600" algn="just">
              <a:lnSpc>
                <a:spcPct val="130000"/>
              </a:lnSpc>
              <a:spcBef>
                <a:spcPts val="300"/>
              </a:spcBef>
              <a:spcAft>
                <a:spcPts val="0"/>
              </a:spcAft>
              <a:buClr>
                <a:schemeClr val="dk1"/>
              </a:buClr>
              <a:buSzPts val="2000"/>
              <a:buChar char="•"/>
              <a:defRPr>
                <a:latin typeface="Arial"/>
                <a:ea typeface="Arial"/>
                <a:cs typeface="Arial"/>
                <a:sym typeface="Arial"/>
              </a:defRPr>
            </a:lvl3pPr>
            <a:lvl4pPr marL="1828800" lvl="3" indent="-342900" algn="just">
              <a:lnSpc>
                <a:spcPct val="130000"/>
              </a:lnSpc>
              <a:spcBef>
                <a:spcPts val="300"/>
              </a:spcBef>
              <a:spcAft>
                <a:spcPts val="0"/>
              </a:spcAft>
              <a:buClr>
                <a:schemeClr val="dk1"/>
              </a:buClr>
              <a:buSzPts val="1800"/>
              <a:buChar char="•"/>
              <a:defRPr>
                <a:latin typeface="Arial"/>
                <a:ea typeface="Arial"/>
                <a:cs typeface="Arial"/>
                <a:sym typeface="Arial"/>
              </a:defRPr>
            </a:lvl4pPr>
            <a:lvl5pPr marL="2286000" lvl="4" indent="-342900" algn="just">
              <a:lnSpc>
                <a:spcPct val="130000"/>
              </a:lnSpc>
              <a:spcBef>
                <a:spcPts val="3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Hình ảnh">
  <p:cSld name="Hình ảnh">
    <p:spTree>
      <p:nvGrpSpPr>
        <p:cNvPr id="1" name="Shape 428"/>
        <p:cNvGrpSpPr/>
        <p:nvPr/>
      </p:nvGrpSpPr>
      <p:grpSpPr>
        <a:xfrm>
          <a:off x="0" y="0"/>
          <a:ext cx="0" cy="0"/>
          <a:chOff x="0" y="0"/>
          <a:chExt cx="0" cy="0"/>
        </a:xfrm>
      </p:grpSpPr>
      <p:sp>
        <p:nvSpPr>
          <p:cNvPr id="429" name="Google Shape;429;p25"/>
          <p:cNvSpPr/>
          <p:nvPr/>
        </p:nvSpPr>
        <p:spPr>
          <a:xfrm rot="10800000">
            <a:off x="-2" y="0"/>
            <a:ext cx="12192000" cy="6858000"/>
          </a:xfrm>
          <a:custGeom>
            <a:avLst/>
            <a:gdLst/>
            <a:ahLst/>
            <a:cxnLst/>
            <a:rect l="l" t="t" r="r" b="b"/>
            <a:pathLst>
              <a:path w="12192000" h="6858000" extrusionOk="0">
                <a:moveTo>
                  <a:pt x="0" y="616911"/>
                </a:moveTo>
                <a:lnTo>
                  <a:pt x="0" y="0"/>
                </a:lnTo>
                <a:lnTo>
                  <a:pt x="715617" y="0"/>
                </a:lnTo>
                <a:close/>
                <a:moveTo>
                  <a:pt x="12192000" y="6858000"/>
                </a:moveTo>
                <a:lnTo>
                  <a:pt x="11476383" y="6858000"/>
                </a:lnTo>
                <a:lnTo>
                  <a:pt x="12192000" y="6241089"/>
                </a:lnTo>
                <a:close/>
              </a:path>
            </a:pathLst>
          </a:custGeom>
          <a:blipFill rotWithShape="1">
            <a:blip r:embed="rId2">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30" name="Google Shape;430;p25"/>
          <p:cNvSpPr/>
          <p:nvPr/>
        </p:nvSpPr>
        <p:spPr>
          <a:xfrm rot="10800000">
            <a:off x="0" y="0"/>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431" name="Google Shape;431;p25"/>
          <p:cNvGrpSpPr/>
          <p:nvPr/>
        </p:nvGrpSpPr>
        <p:grpSpPr>
          <a:xfrm>
            <a:off x="58527" y="54292"/>
            <a:ext cx="2869771" cy="1563379"/>
            <a:chOff x="44879" y="27296"/>
            <a:chExt cx="2869771" cy="1563379"/>
          </a:xfrm>
        </p:grpSpPr>
        <p:cxnSp>
          <p:nvCxnSpPr>
            <p:cNvPr id="432" name="Google Shape;432;p25"/>
            <p:cNvCxnSpPr/>
            <p:nvPr/>
          </p:nvCxnSpPr>
          <p:spPr>
            <a:xfrm rot="10800000">
              <a:off x="766351" y="34631"/>
              <a:ext cx="2148299" cy="0"/>
            </a:xfrm>
            <a:prstGeom prst="straightConnector1">
              <a:avLst/>
            </a:prstGeom>
            <a:noFill/>
            <a:ln w="38100" cap="flat" cmpd="sng">
              <a:solidFill>
                <a:srgbClr val="00C6FF"/>
              </a:solidFill>
              <a:prstDash val="solid"/>
              <a:miter lim="800000"/>
              <a:headEnd type="none" w="sm" len="sm"/>
              <a:tailEnd type="none" w="sm" len="sm"/>
            </a:ln>
          </p:spPr>
        </p:cxnSp>
        <p:cxnSp>
          <p:nvCxnSpPr>
            <p:cNvPr id="433" name="Google Shape;433;p25"/>
            <p:cNvCxnSpPr/>
            <p:nvPr/>
          </p:nvCxnSpPr>
          <p:spPr>
            <a:xfrm flipH="1">
              <a:off x="44879" y="27296"/>
              <a:ext cx="737495" cy="644210"/>
            </a:xfrm>
            <a:prstGeom prst="straightConnector1">
              <a:avLst/>
            </a:prstGeom>
            <a:noFill/>
            <a:ln w="38100" cap="flat" cmpd="sng">
              <a:solidFill>
                <a:srgbClr val="00C6FF"/>
              </a:solidFill>
              <a:prstDash val="solid"/>
              <a:miter lim="800000"/>
              <a:headEnd type="none" w="sm" len="sm"/>
              <a:tailEnd type="none" w="sm" len="sm"/>
            </a:ln>
          </p:spPr>
        </p:cxnSp>
        <p:cxnSp>
          <p:nvCxnSpPr>
            <p:cNvPr id="434" name="Google Shape;434;p25"/>
            <p:cNvCxnSpPr/>
            <p:nvPr/>
          </p:nvCxnSpPr>
          <p:spPr>
            <a:xfrm rot="10800000">
              <a:off x="52214" y="654128"/>
              <a:ext cx="0" cy="936547"/>
            </a:xfrm>
            <a:prstGeom prst="straightConnector1">
              <a:avLst/>
            </a:prstGeom>
            <a:noFill/>
            <a:ln w="38100" cap="flat" cmpd="sng">
              <a:solidFill>
                <a:srgbClr val="00C6FF"/>
              </a:solidFill>
              <a:prstDash val="solid"/>
              <a:miter lim="800000"/>
              <a:headEnd type="none" w="sm" len="sm"/>
              <a:tailEnd type="none" w="sm" len="sm"/>
            </a:ln>
          </p:spPr>
        </p:cxnSp>
      </p:grpSp>
      <p:sp>
        <p:nvSpPr>
          <p:cNvPr id="435" name="Google Shape;435;p25"/>
          <p:cNvSpPr/>
          <p:nvPr/>
        </p:nvSpPr>
        <p:spPr>
          <a:xfrm>
            <a:off x="11476383" y="6241089"/>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36" name="Google Shape;436;p25"/>
          <p:cNvSpPr txBox="1">
            <a:spLocks noGrp="1"/>
          </p:cNvSpPr>
          <p:nvPr>
            <p:ph type="title"/>
          </p:nvPr>
        </p:nvSpPr>
        <p:spPr>
          <a:xfrm>
            <a:off x="774146" y="202009"/>
            <a:ext cx="3932227" cy="1698043"/>
          </a:xfrm>
          <a:prstGeom prst="rect">
            <a:avLst/>
          </a:prstGeom>
          <a:noFill/>
          <a:ln>
            <a:noFill/>
          </a:ln>
        </p:spPr>
        <p:txBody>
          <a:bodyPr spcFirstLastPara="1" wrap="square" lIns="91425" tIns="45700" rIns="91425" bIns="45700" anchor="ctr" anchorCtr="0">
            <a:noAutofit/>
          </a:bodyPr>
          <a:lstStyle>
            <a:lvl1pPr lvl="0" algn="l">
              <a:lnSpc>
                <a:spcPct val="120000"/>
              </a:lnSpc>
              <a:spcBef>
                <a:spcPts val="200"/>
              </a:spcBef>
              <a:spcAft>
                <a:spcPts val="0"/>
              </a:spcAft>
              <a:buClr>
                <a:srgbClr val="0072FF"/>
              </a:buClr>
              <a:buSzPts val="4000"/>
              <a:buFont typeface="Times New Roman"/>
              <a:buNone/>
              <a:defRPr sz="4000"/>
            </a:lvl1pPr>
            <a:lvl2pPr lvl="1">
              <a:spcBef>
                <a:spcPts val="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7" name="Google Shape;437;p25"/>
          <p:cNvSpPr txBox="1">
            <a:spLocks noGrp="1"/>
          </p:cNvSpPr>
          <p:nvPr>
            <p:ph type="body" idx="1"/>
          </p:nvPr>
        </p:nvSpPr>
        <p:spPr>
          <a:xfrm>
            <a:off x="774144" y="2113808"/>
            <a:ext cx="3932227" cy="4063156"/>
          </a:xfrm>
          <a:prstGeom prst="rect">
            <a:avLst/>
          </a:prstGeom>
          <a:noFill/>
          <a:ln>
            <a:noFill/>
          </a:ln>
        </p:spPr>
        <p:txBody>
          <a:bodyPr spcFirstLastPara="1" wrap="square" lIns="91425" tIns="45700" rIns="91425" bIns="45700" anchor="t" anchorCtr="0">
            <a:normAutofit/>
          </a:bodyPr>
          <a:lstStyle>
            <a:lvl1pPr marL="457200" lvl="0" indent="-406400" algn="just">
              <a:lnSpc>
                <a:spcPct val="130000"/>
              </a:lnSpc>
              <a:spcBef>
                <a:spcPts val="300"/>
              </a:spcBef>
              <a:spcAft>
                <a:spcPts val="0"/>
              </a:spcAft>
              <a:buClr>
                <a:schemeClr val="dk1"/>
              </a:buClr>
              <a:buSzPts val="2800"/>
              <a:buChar char="•"/>
              <a:defRPr>
                <a:latin typeface="Arial"/>
                <a:ea typeface="Arial"/>
                <a:cs typeface="Arial"/>
                <a:sym typeface="Arial"/>
              </a:defRPr>
            </a:lvl1pPr>
            <a:lvl2pPr marL="914400" lvl="1" indent="-381000" algn="just">
              <a:lnSpc>
                <a:spcPct val="130000"/>
              </a:lnSpc>
              <a:spcBef>
                <a:spcPts val="300"/>
              </a:spcBef>
              <a:spcAft>
                <a:spcPts val="0"/>
              </a:spcAft>
              <a:buClr>
                <a:schemeClr val="dk1"/>
              </a:buClr>
              <a:buSzPts val="2400"/>
              <a:buChar char="•"/>
              <a:defRPr>
                <a:latin typeface="Arial"/>
                <a:ea typeface="Arial"/>
                <a:cs typeface="Arial"/>
                <a:sym typeface="Arial"/>
              </a:defRPr>
            </a:lvl2pPr>
            <a:lvl3pPr marL="1371600" lvl="2" indent="-355600" algn="just">
              <a:lnSpc>
                <a:spcPct val="130000"/>
              </a:lnSpc>
              <a:spcBef>
                <a:spcPts val="300"/>
              </a:spcBef>
              <a:spcAft>
                <a:spcPts val="0"/>
              </a:spcAft>
              <a:buClr>
                <a:schemeClr val="dk1"/>
              </a:buClr>
              <a:buSzPts val="2000"/>
              <a:buChar char="•"/>
              <a:defRPr>
                <a:latin typeface="Arial"/>
                <a:ea typeface="Arial"/>
                <a:cs typeface="Arial"/>
                <a:sym typeface="Arial"/>
              </a:defRPr>
            </a:lvl3pPr>
            <a:lvl4pPr marL="1828800" lvl="3" indent="-342900" algn="just">
              <a:lnSpc>
                <a:spcPct val="130000"/>
              </a:lnSpc>
              <a:spcBef>
                <a:spcPts val="300"/>
              </a:spcBef>
              <a:spcAft>
                <a:spcPts val="0"/>
              </a:spcAft>
              <a:buClr>
                <a:schemeClr val="dk1"/>
              </a:buClr>
              <a:buSzPts val="1800"/>
              <a:buChar char="•"/>
              <a:defRPr>
                <a:latin typeface="Arial"/>
                <a:ea typeface="Arial"/>
                <a:cs typeface="Arial"/>
                <a:sym typeface="Arial"/>
              </a:defRPr>
            </a:lvl4pPr>
            <a:lvl5pPr marL="2286000" lvl="4" indent="-342900" algn="just">
              <a:lnSpc>
                <a:spcPct val="130000"/>
              </a:lnSpc>
              <a:spcBef>
                <a:spcPts val="3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8" name="Google Shape;438;p25"/>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grpSp>
        <p:nvGrpSpPr>
          <p:cNvPr id="439" name="Google Shape;439;p25"/>
          <p:cNvGrpSpPr/>
          <p:nvPr/>
        </p:nvGrpSpPr>
        <p:grpSpPr>
          <a:xfrm>
            <a:off x="16026" y="4629289"/>
            <a:ext cx="434350" cy="2228711"/>
            <a:chOff x="16026" y="4629289"/>
            <a:chExt cx="434350" cy="2228711"/>
          </a:xfrm>
        </p:grpSpPr>
        <p:sp>
          <p:nvSpPr>
            <p:cNvPr id="440" name="Google Shape;440;p25"/>
            <p:cNvSpPr/>
            <p:nvPr/>
          </p:nvSpPr>
          <p:spPr>
            <a:xfrm>
              <a:off x="16026" y="4629289"/>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1" name="Google Shape;441;p25"/>
            <p:cNvSpPr/>
            <p:nvPr/>
          </p:nvSpPr>
          <p:spPr>
            <a:xfrm>
              <a:off x="16026" y="5005641"/>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2" name="Google Shape;442;p25"/>
            <p:cNvSpPr/>
            <p:nvPr/>
          </p:nvSpPr>
          <p:spPr>
            <a:xfrm>
              <a:off x="16026" y="5381993"/>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3" name="Google Shape;443;p25"/>
            <p:cNvSpPr/>
            <p:nvPr/>
          </p:nvSpPr>
          <p:spPr>
            <a:xfrm>
              <a:off x="16026" y="5758345"/>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4" name="Google Shape;444;p25"/>
            <p:cNvSpPr/>
            <p:nvPr/>
          </p:nvSpPr>
          <p:spPr>
            <a:xfrm>
              <a:off x="16026" y="6134697"/>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5" name="Google Shape;445;p25"/>
            <p:cNvSpPr/>
            <p:nvPr/>
          </p:nvSpPr>
          <p:spPr>
            <a:xfrm>
              <a:off x="16026" y="6511050"/>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446" name="Google Shape;446;p25"/>
          <p:cNvSpPr txBox="1">
            <a:spLocks noGrp="1"/>
          </p:cNvSpPr>
          <p:nvPr>
            <p:ph type="dt" idx="10"/>
          </p:nvPr>
        </p:nvSpPr>
        <p:spPr>
          <a:xfrm>
            <a:off x="6447446" y="6475620"/>
            <a:ext cx="2090098" cy="26311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7" name="Google Shape;447;p25"/>
          <p:cNvSpPr/>
          <p:nvPr/>
        </p:nvSpPr>
        <p:spPr>
          <a:xfrm>
            <a:off x="11589537" y="105878"/>
            <a:ext cx="489307" cy="405155"/>
          </a:xfrm>
          <a:custGeom>
            <a:avLst/>
            <a:gdLst/>
            <a:ahLst/>
            <a:cxnLst/>
            <a:rect l="l" t="t" r="r" b="b"/>
            <a:pathLst>
              <a:path w="489307" h="405155" extrusionOk="0">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8" name="Google Shape;448;p25"/>
          <p:cNvSpPr/>
          <p:nvPr/>
        </p:nvSpPr>
        <p:spPr>
          <a:xfrm>
            <a:off x="92963" y="6542941"/>
            <a:ext cx="280476" cy="28047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Arial"/>
              <a:ea typeface="Arial"/>
              <a:cs typeface="Arial"/>
              <a:sym typeface="Arial"/>
            </a:endParaRPr>
          </a:p>
        </p:txBody>
      </p:sp>
      <p:sp>
        <p:nvSpPr>
          <p:cNvPr id="449" name="Google Shape;449;p25"/>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700">
                <a:solidFill>
                  <a:schemeClr val="dk1"/>
                </a:solidFill>
                <a:latin typeface="Arial"/>
                <a:ea typeface="Arial"/>
                <a:cs typeface="Arial"/>
                <a:sym typeface="Arial"/>
              </a:defRPr>
            </a:lvl1pPr>
            <a:lvl2pPr marL="0" lvl="1" indent="0" algn="ctr">
              <a:spcBef>
                <a:spcPts val="0"/>
              </a:spcBef>
              <a:buNone/>
              <a:defRPr sz="700">
                <a:solidFill>
                  <a:schemeClr val="dk1"/>
                </a:solidFill>
                <a:latin typeface="Arial"/>
                <a:ea typeface="Arial"/>
                <a:cs typeface="Arial"/>
                <a:sym typeface="Arial"/>
              </a:defRPr>
            </a:lvl2pPr>
            <a:lvl3pPr marL="0" lvl="2" indent="0" algn="ctr">
              <a:spcBef>
                <a:spcPts val="0"/>
              </a:spcBef>
              <a:buNone/>
              <a:defRPr sz="700">
                <a:solidFill>
                  <a:schemeClr val="dk1"/>
                </a:solidFill>
                <a:latin typeface="Arial"/>
                <a:ea typeface="Arial"/>
                <a:cs typeface="Arial"/>
                <a:sym typeface="Arial"/>
              </a:defRPr>
            </a:lvl3pPr>
            <a:lvl4pPr marL="0" lvl="3" indent="0" algn="ctr">
              <a:spcBef>
                <a:spcPts val="0"/>
              </a:spcBef>
              <a:buNone/>
              <a:defRPr sz="700">
                <a:solidFill>
                  <a:schemeClr val="dk1"/>
                </a:solidFill>
                <a:latin typeface="Arial"/>
                <a:ea typeface="Arial"/>
                <a:cs typeface="Arial"/>
                <a:sym typeface="Arial"/>
              </a:defRPr>
            </a:lvl4pPr>
            <a:lvl5pPr marL="0" lvl="4" indent="0" algn="ctr">
              <a:spcBef>
                <a:spcPts val="0"/>
              </a:spcBef>
              <a:buNone/>
              <a:defRPr sz="700">
                <a:solidFill>
                  <a:schemeClr val="dk1"/>
                </a:solidFill>
                <a:latin typeface="Arial"/>
                <a:ea typeface="Arial"/>
                <a:cs typeface="Arial"/>
                <a:sym typeface="Arial"/>
              </a:defRPr>
            </a:lvl5pPr>
            <a:lvl6pPr marL="0" lvl="5" indent="0" algn="ctr">
              <a:spcBef>
                <a:spcPts val="0"/>
              </a:spcBef>
              <a:buNone/>
              <a:defRPr sz="700">
                <a:solidFill>
                  <a:schemeClr val="dk1"/>
                </a:solidFill>
                <a:latin typeface="Arial"/>
                <a:ea typeface="Arial"/>
                <a:cs typeface="Arial"/>
                <a:sym typeface="Arial"/>
              </a:defRPr>
            </a:lvl6pPr>
            <a:lvl7pPr marL="0" lvl="6" indent="0" algn="ctr">
              <a:spcBef>
                <a:spcPts val="0"/>
              </a:spcBef>
              <a:buNone/>
              <a:defRPr sz="700">
                <a:solidFill>
                  <a:schemeClr val="dk1"/>
                </a:solidFill>
                <a:latin typeface="Arial"/>
                <a:ea typeface="Arial"/>
                <a:cs typeface="Arial"/>
                <a:sym typeface="Arial"/>
              </a:defRPr>
            </a:lvl7pPr>
            <a:lvl8pPr marL="0" lvl="7" indent="0" algn="ctr">
              <a:spcBef>
                <a:spcPts val="0"/>
              </a:spcBef>
              <a:buNone/>
              <a:defRPr sz="700">
                <a:solidFill>
                  <a:schemeClr val="dk1"/>
                </a:solidFill>
                <a:latin typeface="Arial"/>
                <a:ea typeface="Arial"/>
                <a:cs typeface="Arial"/>
                <a:sym typeface="Arial"/>
              </a:defRPr>
            </a:lvl8pPr>
            <a:lvl9pPr marL="0" lvl="8" indent="0" algn="ctr">
              <a:spcBef>
                <a:spcPts val="0"/>
              </a:spcBef>
              <a:buNone/>
              <a:defRPr sz="700">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vi-VN"/>
              <a:t>‹#›</a:t>
            </a:fld>
            <a:endParaRPr/>
          </a:p>
        </p:txBody>
      </p:sp>
      <p:grpSp>
        <p:nvGrpSpPr>
          <p:cNvPr id="450" name="Google Shape;450;p25"/>
          <p:cNvGrpSpPr/>
          <p:nvPr/>
        </p:nvGrpSpPr>
        <p:grpSpPr>
          <a:xfrm rot="10800000">
            <a:off x="9265363" y="5246044"/>
            <a:ext cx="2869771" cy="1563379"/>
            <a:chOff x="44879" y="27296"/>
            <a:chExt cx="2869771" cy="1563379"/>
          </a:xfrm>
        </p:grpSpPr>
        <p:cxnSp>
          <p:nvCxnSpPr>
            <p:cNvPr id="451" name="Google Shape;451;p25"/>
            <p:cNvCxnSpPr/>
            <p:nvPr/>
          </p:nvCxnSpPr>
          <p:spPr>
            <a:xfrm rot="10800000">
              <a:off x="766351" y="34631"/>
              <a:ext cx="2148299" cy="0"/>
            </a:xfrm>
            <a:prstGeom prst="straightConnector1">
              <a:avLst/>
            </a:prstGeom>
            <a:noFill/>
            <a:ln w="38100" cap="flat" cmpd="sng">
              <a:solidFill>
                <a:srgbClr val="00C6FF"/>
              </a:solidFill>
              <a:prstDash val="solid"/>
              <a:miter lim="800000"/>
              <a:headEnd type="none" w="sm" len="sm"/>
              <a:tailEnd type="none" w="sm" len="sm"/>
            </a:ln>
          </p:spPr>
        </p:cxnSp>
        <p:cxnSp>
          <p:nvCxnSpPr>
            <p:cNvPr id="452" name="Google Shape;452;p25"/>
            <p:cNvCxnSpPr/>
            <p:nvPr/>
          </p:nvCxnSpPr>
          <p:spPr>
            <a:xfrm flipH="1">
              <a:off x="44879" y="27296"/>
              <a:ext cx="737495" cy="644210"/>
            </a:xfrm>
            <a:prstGeom prst="straightConnector1">
              <a:avLst/>
            </a:prstGeom>
            <a:noFill/>
            <a:ln w="38100" cap="flat" cmpd="sng">
              <a:solidFill>
                <a:srgbClr val="00C6FF"/>
              </a:solidFill>
              <a:prstDash val="solid"/>
              <a:miter lim="800000"/>
              <a:headEnd type="none" w="sm" len="sm"/>
              <a:tailEnd type="none" w="sm" len="sm"/>
            </a:ln>
          </p:spPr>
        </p:cxnSp>
        <p:cxnSp>
          <p:nvCxnSpPr>
            <p:cNvPr id="453" name="Google Shape;453;p25"/>
            <p:cNvCxnSpPr/>
            <p:nvPr/>
          </p:nvCxnSpPr>
          <p:spPr>
            <a:xfrm rot="10800000">
              <a:off x="52214" y="654128"/>
              <a:ext cx="0" cy="936547"/>
            </a:xfrm>
            <a:prstGeom prst="straightConnector1">
              <a:avLst/>
            </a:prstGeom>
            <a:noFill/>
            <a:ln w="38100" cap="flat" cmpd="sng">
              <a:solidFill>
                <a:srgbClr val="00C6FF"/>
              </a:solidFill>
              <a:prstDash val="solid"/>
              <a:miter lim="800000"/>
              <a:headEnd type="none" w="sm" len="sm"/>
              <a:tailEnd type="none" w="sm" len="sm"/>
            </a:ln>
          </p:spPr>
        </p:cxnSp>
      </p:grpSp>
      <p:sp>
        <p:nvSpPr>
          <p:cNvPr id="454" name="Google Shape;454;p25"/>
          <p:cNvSpPr>
            <a:spLocks noGrp="1"/>
          </p:cNvSpPr>
          <p:nvPr>
            <p:ph type="pic" idx="2"/>
          </p:nvPr>
        </p:nvSpPr>
        <p:spPr>
          <a:xfrm>
            <a:off x="5160373" y="202009"/>
            <a:ext cx="6237261" cy="5976999"/>
          </a:xfrm>
          <a:prstGeom prst="roundRect">
            <a:avLst>
              <a:gd name="adj" fmla="val 574"/>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rang trong 1">
  <p:cSld name="Trang trong 1">
    <p:spTree>
      <p:nvGrpSpPr>
        <p:cNvPr id="1" name="Shape 455"/>
        <p:cNvGrpSpPr/>
        <p:nvPr/>
      </p:nvGrpSpPr>
      <p:grpSpPr>
        <a:xfrm>
          <a:off x="0" y="0"/>
          <a:ext cx="0" cy="0"/>
          <a:chOff x="0" y="0"/>
          <a:chExt cx="0" cy="0"/>
        </a:xfrm>
      </p:grpSpPr>
      <p:sp>
        <p:nvSpPr>
          <p:cNvPr id="456" name="Google Shape;456;p26"/>
          <p:cNvSpPr/>
          <p:nvPr/>
        </p:nvSpPr>
        <p:spPr>
          <a:xfrm>
            <a:off x="11476383" y="6241089"/>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457" name="Google Shape;457;p26"/>
          <p:cNvGrpSpPr/>
          <p:nvPr/>
        </p:nvGrpSpPr>
        <p:grpSpPr>
          <a:xfrm rot="10800000">
            <a:off x="9263702" y="5930537"/>
            <a:ext cx="2869771" cy="886519"/>
            <a:chOff x="44879" y="27296"/>
            <a:chExt cx="2869771" cy="886519"/>
          </a:xfrm>
        </p:grpSpPr>
        <p:cxnSp>
          <p:nvCxnSpPr>
            <p:cNvPr id="458" name="Google Shape;458;p26"/>
            <p:cNvCxnSpPr/>
            <p:nvPr/>
          </p:nvCxnSpPr>
          <p:spPr>
            <a:xfrm rot="10800000">
              <a:off x="766351" y="34631"/>
              <a:ext cx="2148299" cy="0"/>
            </a:xfrm>
            <a:prstGeom prst="straightConnector1">
              <a:avLst/>
            </a:prstGeom>
            <a:noFill/>
            <a:ln w="38100" cap="rnd" cmpd="sng">
              <a:solidFill>
                <a:srgbClr val="00C6FF"/>
              </a:solidFill>
              <a:prstDash val="solid"/>
              <a:round/>
              <a:headEnd type="none" w="sm" len="sm"/>
              <a:tailEnd type="none" w="sm" len="sm"/>
            </a:ln>
          </p:spPr>
        </p:cxnSp>
        <p:cxnSp>
          <p:nvCxnSpPr>
            <p:cNvPr id="459" name="Google Shape;459;p26"/>
            <p:cNvCxnSpPr/>
            <p:nvPr/>
          </p:nvCxnSpPr>
          <p:spPr>
            <a:xfrm flipH="1">
              <a:off x="44879" y="27296"/>
              <a:ext cx="737495" cy="644210"/>
            </a:xfrm>
            <a:prstGeom prst="straightConnector1">
              <a:avLst/>
            </a:prstGeom>
            <a:noFill/>
            <a:ln w="38100" cap="rnd" cmpd="sng">
              <a:solidFill>
                <a:srgbClr val="00C6FF"/>
              </a:solidFill>
              <a:prstDash val="solid"/>
              <a:round/>
              <a:headEnd type="none" w="sm" len="sm"/>
              <a:tailEnd type="none" w="sm" len="sm"/>
            </a:ln>
          </p:spPr>
        </p:cxnSp>
        <p:cxnSp>
          <p:nvCxnSpPr>
            <p:cNvPr id="460" name="Google Shape;460;p26"/>
            <p:cNvCxnSpPr/>
            <p:nvPr/>
          </p:nvCxnSpPr>
          <p:spPr>
            <a:xfrm rot="10800000">
              <a:off x="52214" y="654128"/>
              <a:ext cx="0" cy="259687"/>
            </a:xfrm>
            <a:prstGeom prst="straightConnector1">
              <a:avLst/>
            </a:prstGeom>
            <a:noFill/>
            <a:ln w="38100" cap="rnd" cmpd="sng">
              <a:solidFill>
                <a:srgbClr val="00C6FF"/>
              </a:solidFill>
              <a:prstDash val="solid"/>
              <a:round/>
              <a:headEnd type="none" w="sm" len="sm"/>
              <a:tailEnd type="none" w="sm" len="sm"/>
            </a:ln>
          </p:spPr>
        </p:cxnSp>
      </p:grpSp>
      <p:sp>
        <p:nvSpPr>
          <p:cNvPr id="461" name="Google Shape;461;p26"/>
          <p:cNvSpPr/>
          <p:nvPr/>
        </p:nvSpPr>
        <p:spPr>
          <a:xfrm>
            <a:off x="22186" y="6583140"/>
            <a:ext cx="233916" cy="233916"/>
          </a:xfrm>
          <a:prstGeom prst="ellipse">
            <a:avLst/>
          </a:prstGeom>
          <a:gradFill>
            <a:gsLst>
              <a:gs pos="0">
                <a:srgbClr val="0072FF"/>
              </a:gs>
              <a:gs pos="99000">
                <a:srgbClr val="00C6FF"/>
              </a:gs>
              <a:gs pos="100000">
                <a:srgbClr val="00C6F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Arial"/>
              <a:ea typeface="Arial"/>
              <a:cs typeface="Arial"/>
              <a:sym typeface="Arial"/>
            </a:endParaRPr>
          </a:p>
        </p:txBody>
      </p:sp>
      <p:sp>
        <p:nvSpPr>
          <p:cNvPr id="462" name="Google Shape;462;p26"/>
          <p:cNvSpPr txBox="1">
            <a:spLocks noGrp="1"/>
          </p:cNvSpPr>
          <p:nvPr>
            <p:ph type="sldNum" idx="12"/>
          </p:nvPr>
        </p:nvSpPr>
        <p:spPr>
          <a:xfrm>
            <a:off x="-2005" y="6566400"/>
            <a:ext cx="291600" cy="2916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700">
                <a:solidFill>
                  <a:schemeClr val="lt1"/>
                </a:solidFill>
                <a:latin typeface="Arial"/>
                <a:ea typeface="Arial"/>
                <a:cs typeface="Arial"/>
                <a:sym typeface="Arial"/>
              </a:defRPr>
            </a:lvl1pPr>
            <a:lvl2pPr marL="0" lvl="1" indent="0" algn="ctr">
              <a:spcBef>
                <a:spcPts val="0"/>
              </a:spcBef>
              <a:buNone/>
              <a:defRPr sz="700">
                <a:solidFill>
                  <a:schemeClr val="lt1"/>
                </a:solidFill>
                <a:latin typeface="Arial"/>
                <a:ea typeface="Arial"/>
                <a:cs typeface="Arial"/>
                <a:sym typeface="Arial"/>
              </a:defRPr>
            </a:lvl2pPr>
            <a:lvl3pPr marL="0" lvl="2" indent="0" algn="ctr">
              <a:spcBef>
                <a:spcPts val="0"/>
              </a:spcBef>
              <a:buNone/>
              <a:defRPr sz="700">
                <a:solidFill>
                  <a:schemeClr val="lt1"/>
                </a:solidFill>
                <a:latin typeface="Arial"/>
                <a:ea typeface="Arial"/>
                <a:cs typeface="Arial"/>
                <a:sym typeface="Arial"/>
              </a:defRPr>
            </a:lvl3pPr>
            <a:lvl4pPr marL="0" lvl="3" indent="0" algn="ctr">
              <a:spcBef>
                <a:spcPts val="0"/>
              </a:spcBef>
              <a:buNone/>
              <a:defRPr sz="700">
                <a:solidFill>
                  <a:schemeClr val="lt1"/>
                </a:solidFill>
                <a:latin typeface="Arial"/>
                <a:ea typeface="Arial"/>
                <a:cs typeface="Arial"/>
                <a:sym typeface="Arial"/>
              </a:defRPr>
            </a:lvl4pPr>
            <a:lvl5pPr marL="0" lvl="4" indent="0" algn="ctr">
              <a:spcBef>
                <a:spcPts val="0"/>
              </a:spcBef>
              <a:buNone/>
              <a:defRPr sz="700">
                <a:solidFill>
                  <a:schemeClr val="lt1"/>
                </a:solidFill>
                <a:latin typeface="Arial"/>
                <a:ea typeface="Arial"/>
                <a:cs typeface="Arial"/>
                <a:sym typeface="Arial"/>
              </a:defRPr>
            </a:lvl5pPr>
            <a:lvl6pPr marL="0" lvl="5" indent="0" algn="ctr">
              <a:spcBef>
                <a:spcPts val="0"/>
              </a:spcBef>
              <a:buNone/>
              <a:defRPr sz="700">
                <a:solidFill>
                  <a:schemeClr val="lt1"/>
                </a:solidFill>
                <a:latin typeface="Arial"/>
                <a:ea typeface="Arial"/>
                <a:cs typeface="Arial"/>
                <a:sym typeface="Arial"/>
              </a:defRPr>
            </a:lvl6pPr>
            <a:lvl7pPr marL="0" lvl="6" indent="0" algn="ctr">
              <a:spcBef>
                <a:spcPts val="0"/>
              </a:spcBef>
              <a:buNone/>
              <a:defRPr sz="700">
                <a:solidFill>
                  <a:schemeClr val="lt1"/>
                </a:solidFill>
                <a:latin typeface="Arial"/>
                <a:ea typeface="Arial"/>
                <a:cs typeface="Arial"/>
                <a:sym typeface="Arial"/>
              </a:defRPr>
            </a:lvl7pPr>
            <a:lvl8pPr marL="0" lvl="7" indent="0" algn="ctr">
              <a:spcBef>
                <a:spcPts val="0"/>
              </a:spcBef>
              <a:buNone/>
              <a:defRPr sz="700">
                <a:solidFill>
                  <a:schemeClr val="lt1"/>
                </a:solidFill>
                <a:latin typeface="Arial"/>
                <a:ea typeface="Arial"/>
                <a:cs typeface="Arial"/>
                <a:sym typeface="Arial"/>
              </a:defRPr>
            </a:lvl8pPr>
            <a:lvl9pPr marL="0" lvl="8" indent="0" algn="ctr">
              <a:spcBef>
                <a:spcPts val="0"/>
              </a:spcBef>
              <a:buNone/>
              <a:defRPr sz="700">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vi-VN"/>
              <a:t>‹#›</a:t>
            </a:fld>
            <a:endParaRPr/>
          </a:p>
        </p:txBody>
      </p:sp>
      <p:sp>
        <p:nvSpPr>
          <p:cNvPr id="463" name="Google Shape;463;p26"/>
          <p:cNvSpPr/>
          <p:nvPr/>
        </p:nvSpPr>
        <p:spPr>
          <a:xfrm rot="10800000">
            <a:off x="0" y="0"/>
            <a:ext cx="715617" cy="616911"/>
          </a:xfrm>
          <a:prstGeom prst="triangle">
            <a:avLst>
              <a:gd name="adj" fmla="val 100000"/>
            </a:avLst>
          </a:prstGeom>
          <a:solidFill>
            <a:srgbClr val="0072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464" name="Google Shape;464;p26"/>
          <p:cNvGrpSpPr/>
          <p:nvPr/>
        </p:nvGrpSpPr>
        <p:grpSpPr>
          <a:xfrm>
            <a:off x="58527" y="40944"/>
            <a:ext cx="2869771" cy="886519"/>
            <a:chOff x="44879" y="27296"/>
            <a:chExt cx="2869771" cy="886519"/>
          </a:xfrm>
        </p:grpSpPr>
        <p:cxnSp>
          <p:nvCxnSpPr>
            <p:cNvPr id="465" name="Google Shape;465;p26"/>
            <p:cNvCxnSpPr/>
            <p:nvPr/>
          </p:nvCxnSpPr>
          <p:spPr>
            <a:xfrm rot="10800000">
              <a:off x="766351" y="34631"/>
              <a:ext cx="2148299" cy="0"/>
            </a:xfrm>
            <a:prstGeom prst="straightConnector1">
              <a:avLst/>
            </a:prstGeom>
            <a:noFill/>
            <a:ln w="38100" cap="flat" cmpd="sng">
              <a:solidFill>
                <a:srgbClr val="00C6FF"/>
              </a:solidFill>
              <a:prstDash val="solid"/>
              <a:miter lim="800000"/>
              <a:headEnd type="none" w="sm" len="sm"/>
              <a:tailEnd type="none" w="sm" len="sm"/>
            </a:ln>
          </p:spPr>
        </p:cxnSp>
        <p:cxnSp>
          <p:nvCxnSpPr>
            <p:cNvPr id="466" name="Google Shape;466;p26"/>
            <p:cNvCxnSpPr/>
            <p:nvPr/>
          </p:nvCxnSpPr>
          <p:spPr>
            <a:xfrm flipH="1">
              <a:off x="44879" y="27296"/>
              <a:ext cx="737495" cy="644210"/>
            </a:xfrm>
            <a:prstGeom prst="straightConnector1">
              <a:avLst/>
            </a:prstGeom>
            <a:noFill/>
            <a:ln w="38100" cap="flat" cmpd="sng">
              <a:solidFill>
                <a:srgbClr val="00C6FF"/>
              </a:solidFill>
              <a:prstDash val="solid"/>
              <a:miter lim="800000"/>
              <a:headEnd type="none" w="sm" len="sm"/>
              <a:tailEnd type="none" w="sm" len="sm"/>
            </a:ln>
          </p:spPr>
        </p:cxnSp>
        <p:cxnSp>
          <p:nvCxnSpPr>
            <p:cNvPr id="467" name="Google Shape;467;p26"/>
            <p:cNvCxnSpPr/>
            <p:nvPr/>
          </p:nvCxnSpPr>
          <p:spPr>
            <a:xfrm rot="10800000">
              <a:off x="52214" y="654128"/>
              <a:ext cx="0" cy="259687"/>
            </a:xfrm>
            <a:prstGeom prst="straightConnector1">
              <a:avLst/>
            </a:prstGeom>
            <a:noFill/>
            <a:ln w="38100" cap="flat" cmpd="sng">
              <a:solidFill>
                <a:srgbClr val="00C6FF"/>
              </a:solidFill>
              <a:prstDash val="solid"/>
              <a:miter lim="800000"/>
              <a:headEnd type="none" w="sm" len="sm"/>
              <a:tailEnd type="none" w="sm" len="sm"/>
            </a:ln>
          </p:spPr>
        </p:cxnSp>
      </p:grpSp>
      <p:sp>
        <p:nvSpPr>
          <p:cNvPr id="468" name="Google Shape;468;p26"/>
          <p:cNvSpPr/>
          <p:nvPr/>
        </p:nvSpPr>
        <p:spPr>
          <a:xfrm>
            <a:off x="11589537" y="105878"/>
            <a:ext cx="489307" cy="405155"/>
          </a:xfrm>
          <a:custGeom>
            <a:avLst/>
            <a:gdLst/>
            <a:ahLst/>
            <a:cxnLst/>
            <a:rect l="l" t="t" r="r" b="b"/>
            <a:pathLst>
              <a:path w="489307" h="405155" extrusionOk="0">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69" name="Google Shape;469;p26"/>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0" name="Google Shape;470;p26"/>
          <p:cNvSpPr txBox="1">
            <a:spLocks noGrp="1"/>
          </p:cNvSpPr>
          <p:nvPr>
            <p:ph type="dt" idx="10"/>
          </p:nvPr>
        </p:nvSpPr>
        <p:spPr>
          <a:xfrm>
            <a:off x="6447446" y="6475620"/>
            <a:ext cx="2090098" cy="26311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rang trong 2">
  <p:cSld name="Trang trong 2">
    <p:spTree>
      <p:nvGrpSpPr>
        <p:cNvPr id="1" name="Shape 471"/>
        <p:cNvGrpSpPr/>
        <p:nvPr/>
      </p:nvGrpSpPr>
      <p:grpSpPr>
        <a:xfrm>
          <a:off x="0" y="0"/>
          <a:ext cx="0" cy="0"/>
          <a:chOff x="0" y="0"/>
          <a:chExt cx="0" cy="0"/>
        </a:xfrm>
      </p:grpSpPr>
      <p:sp>
        <p:nvSpPr>
          <p:cNvPr id="472" name="Google Shape;472;p27"/>
          <p:cNvSpPr/>
          <p:nvPr/>
        </p:nvSpPr>
        <p:spPr>
          <a:xfrm>
            <a:off x="22186" y="6583140"/>
            <a:ext cx="233916" cy="233916"/>
          </a:xfrm>
          <a:prstGeom prst="ellipse">
            <a:avLst/>
          </a:prstGeom>
          <a:gradFill>
            <a:gsLst>
              <a:gs pos="0">
                <a:srgbClr val="0072FF"/>
              </a:gs>
              <a:gs pos="99000">
                <a:srgbClr val="00C6FF"/>
              </a:gs>
              <a:gs pos="100000">
                <a:srgbClr val="00C6F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Arial"/>
              <a:ea typeface="Arial"/>
              <a:cs typeface="Arial"/>
              <a:sym typeface="Arial"/>
            </a:endParaRPr>
          </a:p>
        </p:txBody>
      </p:sp>
      <p:sp>
        <p:nvSpPr>
          <p:cNvPr id="473" name="Google Shape;473;p27"/>
          <p:cNvSpPr txBox="1">
            <a:spLocks noGrp="1"/>
          </p:cNvSpPr>
          <p:nvPr>
            <p:ph type="sldNum" idx="12"/>
          </p:nvPr>
        </p:nvSpPr>
        <p:spPr>
          <a:xfrm>
            <a:off x="-2005" y="6566400"/>
            <a:ext cx="291600" cy="2916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700">
                <a:solidFill>
                  <a:schemeClr val="lt1"/>
                </a:solidFill>
                <a:latin typeface="Arial"/>
                <a:ea typeface="Arial"/>
                <a:cs typeface="Arial"/>
                <a:sym typeface="Arial"/>
              </a:defRPr>
            </a:lvl1pPr>
            <a:lvl2pPr marL="0" lvl="1" indent="0" algn="ctr">
              <a:spcBef>
                <a:spcPts val="0"/>
              </a:spcBef>
              <a:buNone/>
              <a:defRPr sz="700">
                <a:solidFill>
                  <a:schemeClr val="lt1"/>
                </a:solidFill>
                <a:latin typeface="Arial"/>
                <a:ea typeface="Arial"/>
                <a:cs typeface="Arial"/>
                <a:sym typeface="Arial"/>
              </a:defRPr>
            </a:lvl2pPr>
            <a:lvl3pPr marL="0" lvl="2" indent="0" algn="ctr">
              <a:spcBef>
                <a:spcPts val="0"/>
              </a:spcBef>
              <a:buNone/>
              <a:defRPr sz="700">
                <a:solidFill>
                  <a:schemeClr val="lt1"/>
                </a:solidFill>
                <a:latin typeface="Arial"/>
                <a:ea typeface="Arial"/>
                <a:cs typeface="Arial"/>
                <a:sym typeface="Arial"/>
              </a:defRPr>
            </a:lvl3pPr>
            <a:lvl4pPr marL="0" lvl="3" indent="0" algn="ctr">
              <a:spcBef>
                <a:spcPts val="0"/>
              </a:spcBef>
              <a:buNone/>
              <a:defRPr sz="700">
                <a:solidFill>
                  <a:schemeClr val="lt1"/>
                </a:solidFill>
                <a:latin typeface="Arial"/>
                <a:ea typeface="Arial"/>
                <a:cs typeface="Arial"/>
                <a:sym typeface="Arial"/>
              </a:defRPr>
            </a:lvl4pPr>
            <a:lvl5pPr marL="0" lvl="4" indent="0" algn="ctr">
              <a:spcBef>
                <a:spcPts val="0"/>
              </a:spcBef>
              <a:buNone/>
              <a:defRPr sz="700">
                <a:solidFill>
                  <a:schemeClr val="lt1"/>
                </a:solidFill>
                <a:latin typeface="Arial"/>
                <a:ea typeface="Arial"/>
                <a:cs typeface="Arial"/>
                <a:sym typeface="Arial"/>
              </a:defRPr>
            </a:lvl5pPr>
            <a:lvl6pPr marL="0" lvl="5" indent="0" algn="ctr">
              <a:spcBef>
                <a:spcPts val="0"/>
              </a:spcBef>
              <a:buNone/>
              <a:defRPr sz="700">
                <a:solidFill>
                  <a:schemeClr val="lt1"/>
                </a:solidFill>
                <a:latin typeface="Arial"/>
                <a:ea typeface="Arial"/>
                <a:cs typeface="Arial"/>
                <a:sym typeface="Arial"/>
              </a:defRPr>
            </a:lvl6pPr>
            <a:lvl7pPr marL="0" lvl="6" indent="0" algn="ctr">
              <a:spcBef>
                <a:spcPts val="0"/>
              </a:spcBef>
              <a:buNone/>
              <a:defRPr sz="700">
                <a:solidFill>
                  <a:schemeClr val="lt1"/>
                </a:solidFill>
                <a:latin typeface="Arial"/>
                <a:ea typeface="Arial"/>
                <a:cs typeface="Arial"/>
                <a:sym typeface="Arial"/>
              </a:defRPr>
            </a:lvl7pPr>
            <a:lvl8pPr marL="0" lvl="7" indent="0" algn="ctr">
              <a:spcBef>
                <a:spcPts val="0"/>
              </a:spcBef>
              <a:buNone/>
              <a:defRPr sz="700">
                <a:solidFill>
                  <a:schemeClr val="lt1"/>
                </a:solidFill>
                <a:latin typeface="Arial"/>
                <a:ea typeface="Arial"/>
                <a:cs typeface="Arial"/>
                <a:sym typeface="Arial"/>
              </a:defRPr>
            </a:lvl8pPr>
            <a:lvl9pPr marL="0" lvl="8" indent="0" algn="ctr">
              <a:spcBef>
                <a:spcPts val="0"/>
              </a:spcBef>
              <a:buNone/>
              <a:defRPr sz="700">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_Tiêu đề">
  <p:cSld name="1_Tiêu đề">
    <p:spTree>
      <p:nvGrpSpPr>
        <p:cNvPr id="1" name="Shape 474"/>
        <p:cNvGrpSpPr/>
        <p:nvPr/>
      </p:nvGrpSpPr>
      <p:grpSpPr>
        <a:xfrm>
          <a:off x="0" y="0"/>
          <a:ext cx="0" cy="0"/>
          <a:chOff x="0" y="0"/>
          <a:chExt cx="0" cy="0"/>
        </a:xfrm>
      </p:grpSpPr>
      <p:sp>
        <p:nvSpPr>
          <p:cNvPr id="475" name="Google Shape;475;p28"/>
          <p:cNvSpPr txBox="1">
            <a:spLocks noGrp="1"/>
          </p:cNvSpPr>
          <p:nvPr>
            <p:ph type="ftr" idx="11"/>
          </p:nvPr>
        </p:nvSpPr>
        <p:spPr>
          <a:xfrm>
            <a:off x="2353680" y="6480629"/>
            <a:ext cx="4288103" cy="23677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100">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6" name="Google Shape;476;p28"/>
          <p:cNvSpPr/>
          <p:nvPr/>
        </p:nvSpPr>
        <p:spPr>
          <a:xfrm rot="10800000">
            <a:off x="-1" y="0"/>
            <a:ext cx="12192000" cy="6858000"/>
          </a:xfrm>
          <a:custGeom>
            <a:avLst/>
            <a:gdLst/>
            <a:ahLst/>
            <a:cxnLst/>
            <a:rect l="l" t="t" r="r" b="b"/>
            <a:pathLst>
              <a:path w="12192000" h="6858000" extrusionOk="0">
                <a:moveTo>
                  <a:pt x="12192000" y="304800"/>
                </a:moveTo>
                <a:lnTo>
                  <a:pt x="9909279" y="304800"/>
                </a:lnTo>
                <a:lnTo>
                  <a:pt x="9732789" y="152400"/>
                </a:lnTo>
                <a:lnTo>
                  <a:pt x="5617499" y="152400"/>
                </a:lnTo>
                <a:lnTo>
                  <a:pt x="5441009" y="0"/>
                </a:lnTo>
                <a:lnTo>
                  <a:pt x="12192000" y="0"/>
                </a:lnTo>
                <a:close/>
                <a:moveTo>
                  <a:pt x="0" y="616911"/>
                </a:moveTo>
                <a:lnTo>
                  <a:pt x="0" y="0"/>
                </a:lnTo>
                <a:lnTo>
                  <a:pt x="715617" y="0"/>
                </a:lnTo>
                <a:close/>
                <a:moveTo>
                  <a:pt x="12191999" y="6858000"/>
                </a:moveTo>
                <a:lnTo>
                  <a:pt x="11476382" y="6858000"/>
                </a:lnTo>
                <a:lnTo>
                  <a:pt x="12191999" y="6241089"/>
                </a:lnTo>
                <a:close/>
                <a:moveTo>
                  <a:pt x="6750991" y="6858000"/>
                </a:moveTo>
                <a:lnTo>
                  <a:pt x="0" y="6858000"/>
                </a:lnTo>
                <a:lnTo>
                  <a:pt x="0" y="6553200"/>
                </a:lnTo>
                <a:lnTo>
                  <a:pt x="2282721" y="6553200"/>
                </a:lnTo>
                <a:lnTo>
                  <a:pt x="2459211" y="6705600"/>
                </a:lnTo>
                <a:lnTo>
                  <a:pt x="6574500" y="6705600"/>
                </a:lnTo>
                <a:close/>
              </a:path>
            </a:pathLst>
          </a:custGeom>
          <a:blipFill rotWithShape="1">
            <a:blip r:embed="rId2">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7" name="Google Shape;477;p28"/>
          <p:cNvSpPr/>
          <p:nvPr/>
        </p:nvSpPr>
        <p:spPr>
          <a:xfrm rot="10800000">
            <a:off x="0" y="0"/>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478" name="Google Shape;478;p28"/>
          <p:cNvGrpSpPr/>
          <p:nvPr/>
        </p:nvGrpSpPr>
        <p:grpSpPr>
          <a:xfrm>
            <a:off x="58527" y="40944"/>
            <a:ext cx="2869771" cy="1563379"/>
            <a:chOff x="44879" y="27296"/>
            <a:chExt cx="2869771" cy="1563379"/>
          </a:xfrm>
        </p:grpSpPr>
        <p:cxnSp>
          <p:nvCxnSpPr>
            <p:cNvPr id="479" name="Google Shape;479;p28"/>
            <p:cNvCxnSpPr/>
            <p:nvPr/>
          </p:nvCxnSpPr>
          <p:spPr>
            <a:xfrm rot="10800000">
              <a:off x="766351" y="34631"/>
              <a:ext cx="2148299" cy="0"/>
            </a:xfrm>
            <a:prstGeom prst="straightConnector1">
              <a:avLst/>
            </a:prstGeom>
            <a:noFill/>
            <a:ln w="38100" cap="flat" cmpd="sng">
              <a:solidFill>
                <a:srgbClr val="00C6FF"/>
              </a:solidFill>
              <a:prstDash val="solid"/>
              <a:miter lim="800000"/>
              <a:headEnd type="none" w="sm" len="sm"/>
              <a:tailEnd type="none" w="sm" len="sm"/>
            </a:ln>
          </p:spPr>
        </p:cxnSp>
        <p:cxnSp>
          <p:nvCxnSpPr>
            <p:cNvPr id="480" name="Google Shape;480;p28"/>
            <p:cNvCxnSpPr/>
            <p:nvPr/>
          </p:nvCxnSpPr>
          <p:spPr>
            <a:xfrm flipH="1">
              <a:off x="44879" y="27296"/>
              <a:ext cx="737495" cy="644210"/>
            </a:xfrm>
            <a:prstGeom prst="straightConnector1">
              <a:avLst/>
            </a:prstGeom>
            <a:noFill/>
            <a:ln w="38100" cap="flat" cmpd="sng">
              <a:solidFill>
                <a:srgbClr val="00C6FF"/>
              </a:solidFill>
              <a:prstDash val="solid"/>
              <a:miter lim="800000"/>
              <a:headEnd type="none" w="sm" len="sm"/>
              <a:tailEnd type="none" w="sm" len="sm"/>
            </a:ln>
          </p:spPr>
        </p:cxnSp>
        <p:cxnSp>
          <p:nvCxnSpPr>
            <p:cNvPr id="481" name="Google Shape;481;p28"/>
            <p:cNvCxnSpPr/>
            <p:nvPr/>
          </p:nvCxnSpPr>
          <p:spPr>
            <a:xfrm rot="10800000">
              <a:off x="52214" y="654128"/>
              <a:ext cx="0" cy="936547"/>
            </a:xfrm>
            <a:prstGeom prst="straightConnector1">
              <a:avLst/>
            </a:prstGeom>
            <a:noFill/>
            <a:ln w="38100" cap="flat" cmpd="sng">
              <a:solidFill>
                <a:srgbClr val="00C6FF"/>
              </a:solidFill>
              <a:prstDash val="solid"/>
              <a:miter lim="800000"/>
              <a:headEnd type="none" w="sm" len="sm"/>
              <a:tailEnd type="none" w="sm" len="sm"/>
            </a:ln>
          </p:spPr>
        </p:cxnSp>
      </p:grpSp>
      <p:sp>
        <p:nvSpPr>
          <p:cNvPr id="482" name="Google Shape;482;p28"/>
          <p:cNvSpPr/>
          <p:nvPr/>
        </p:nvSpPr>
        <p:spPr>
          <a:xfrm>
            <a:off x="11476383" y="6241089"/>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483" name="Google Shape;483;p28"/>
          <p:cNvGrpSpPr/>
          <p:nvPr/>
        </p:nvGrpSpPr>
        <p:grpSpPr>
          <a:xfrm rot="10800000">
            <a:off x="9263702" y="5253677"/>
            <a:ext cx="2869771" cy="1563379"/>
            <a:chOff x="44879" y="27296"/>
            <a:chExt cx="2869771" cy="1563379"/>
          </a:xfrm>
        </p:grpSpPr>
        <p:cxnSp>
          <p:nvCxnSpPr>
            <p:cNvPr id="484" name="Google Shape;484;p28"/>
            <p:cNvCxnSpPr/>
            <p:nvPr/>
          </p:nvCxnSpPr>
          <p:spPr>
            <a:xfrm rot="10800000">
              <a:off x="766351" y="34631"/>
              <a:ext cx="2148299" cy="0"/>
            </a:xfrm>
            <a:prstGeom prst="straightConnector1">
              <a:avLst/>
            </a:prstGeom>
            <a:noFill/>
            <a:ln w="38100" cap="rnd" cmpd="sng">
              <a:solidFill>
                <a:srgbClr val="00C6FF"/>
              </a:solidFill>
              <a:prstDash val="solid"/>
              <a:round/>
              <a:headEnd type="none" w="sm" len="sm"/>
              <a:tailEnd type="none" w="sm" len="sm"/>
            </a:ln>
          </p:spPr>
        </p:cxnSp>
        <p:cxnSp>
          <p:nvCxnSpPr>
            <p:cNvPr id="485" name="Google Shape;485;p28"/>
            <p:cNvCxnSpPr/>
            <p:nvPr/>
          </p:nvCxnSpPr>
          <p:spPr>
            <a:xfrm flipH="1">
              <a:off x="44879" y="27296"/>
              <a:ext cx="737495" cy="644210"/>
            </a:xfrm>
            <a:prstGeom prst="straightConnector1">
              <a:avLst/>
            </a:prstGeom>
            <a:noFill/>
            <a:ln w="38100" cap="rnd" cmpd="sng">
              <a:solidFill>
                <a:srgbClr val="00C6FF"/>
              </a:solidFill>
              <a:prstDash val="solid"/>
              <a:round/>
              <a:headEnd type="none" w="sm" len="sm"/>
              <a:tailEnd type="none" w="sm" len="sm"/>
            </a:ln>
          </p:spPr>
        </p:cxnSp>
        <p:cxnSp>
          <p:nvCxnSpPr>
            <p:cNvPr id="486" name="Google Shape;486;p28"/>
            <p:cNvCxnSpPr/>
            <p:nvPr/>
          </p:nvCxnSpPr>
          <p:spPr>
            <a:xfrm rot="10800000">
              <a:off x="52214" y="654128"/>
              <a:ext cx="0" cy="936547"/>
            </a:xfrm>
            <a:prstGeom prst="straightConnector1">
              <a:avLst/>
            </a:prstGeom>
            <a:noFill/>
            <a:ln w="38100" cap="rnd" cmpd="sng">
              <a:solidFill>
                <a:srgbClr val="00C6FF"/>
              </a:solidFill>
              <a:prstDash val="solid"/>
              <a:round/>
              <a:headEnd type="none" w="sm" len="sm"/>
              <a:tailEnd type="none" w="sm" len="sm"/>
            </a:ln>
          </p:spPr>
        </p:cxnSp>
      </p:grpSp>
      <p:sp>
        <p:nvSpPr>
          <p:cNvPr id="487" name="Google Shape;487;p28"/>
          <p:cNvSpPr/>
          <p:nvPr/>
        </p:nvSpPr>
        <p:spPr>
          <a:xfrm flipH="1">
            <a:off x="5441009" y="0"/>
            <a:ext cx="6750991" cy="304800"/>
          </a:xfrm>
          <a:custGeom>
            <a:avLst/>
            <a:gdLst/>
            <a:ahLst/>
            <a:cxnLst/>
            <a:rect l="l" t="t" r="r" b="b"/>
            <a:pathLst>
              <a:path w="6750991" h="304800" extrusionOk="0">
                <a:moveTo>
                  <a:pt x="0" y="0"/>
                </a:moveTo>
                <a:lnTo>
                  <a:pt x="6750991" y="0"/>
                </a:lnTo>
                <a:lnTo>
                  <a:pt x="6574501" y="152400"/>
                </a:lnTo>
                <a:lnTo>
                  <a:pt x="2459211" y="152400"/>
                </a:lnTo>
                <a:lnTo>
                  <a:pt x="2282721" y="304800"/>
                </a:lnTo>
                <a:lnTo>
                  <a:pt x="0" y="304800"/>
                </a:lnTo>
                <a:close/>
              </a:path>
            </a:pathLst>
          </a:custGeom>
          <a:gradFill>
            <a:gsLst>
              <a:gs pos="0">
                <a:srgbClr val="0072FF">
                  <a:alpha val="80000"/>
                </a:srgbClr>
              </a:gs>
              <a:gs pos="100000">
                <a:srgbClr val="00C6FF">
                  <a:alpha val="85098"/>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8" name="Google Shape;488;p28"/>
          <p:cNvSpPr/>
          <p:nvPr/>
        </p:nvSpPr>
        <p:spPr>
          <a:xfrm rot="10800000" flipH="1">
            <a:off x="0" y="6553200"/>
            <a:ext cx="6750991" cy="304800"/>
          </a:xfrm>
          <a:custGeom>
            <a:avLst/>
            <a:gdLst/>
            <a:ahLst/>
            <a:cxnLst/>
            <a:rect l="l" t="t" r="r" b="b"/>
            <a:pathLst>
              <a:path w="6750991" h="304800" extrusionOk="0">
                <a:moveTo>
                  <a:pt x="0" y="0"/>
                </a:moveTo>
                <a:lnTo>
                  <a:pt x="6750991" y="0"/>
                </a:lnTo>
                <a:lnTo>
                  <a:pt x="6574501" y="152400"/>
                </a:lnTo>
                <a:lnTo>
                  <a:pt x="2459211" y="152400"/>
                </a:lnTo>
                <a:lnTo>
                  <a:pt x="2282721" y="304800"/>
                </a:lnTo>
                <a:lnTo>
                  <a:pt x="0" y="304800"/>
                </a:lnTo>
                <a:close/>
              </a:path>
            </a:pathLst>
          </a:custGeom>
          <a:gradFill>
            <a:gsLst>
              <a:gs pos="0">
                <a:srgbClr val="0072FF">
                  <a:alpha val="80000"/>
                </a:srgbClr>
              </a:gs>
              <a:gs pos="100000">
                <a:srgbClr val="00C6FF">
                  <a:alpha val="85098"/>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89" name="Google Shape;489;p28" descr="A picture containing clipart, vector graphics&#10;&#10;Description automatically generated"/>
          <p:cNvPicPr preferRelativeResize="0"/>
          <p:nvPr/>
        </p:nvPicPr>
        <p:blipFill rotWithShape="1">
          <a:blip r:embed="rId3">
            <a:alphaModFix/>
          </a:blip>
          <a:srcRect/>
          <a:stretch/>
        </p:blipFill>
        <p:spPr>
          <a:xfrm>
            <a:off x="412638" y="362637"/>
            <a:ext cx="544288" cy="450213"/>
          </a:xfrm>
          <a:prstGeom prst="rect">
            <a:avLst/>
          </a:prstGeom>
          <a:noFill/>
          <a:ln>
            <a:noFill/>
          </a:ln>
        </p:spPr>
      </p:pic>
      <p:sp>
        <p:nvSpPr>
          <p:cNvPr id="490" name="Google Shape;490;p28"/>
          <p:cNvSpPr txBox="1"/>
          <p:nvPr/>
        </p:nvSpPr>
        <p:spPr>
          <a:xfrm>
            <a:off x="956926" y="326133"/>
            <a:ext cx="3996607" cy="52322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vi-VN" sz="1400">
                <a:solidFill>
                  <a:srgbClr val="000046"/>
                </a:solidFill>
                <a:latin typeface="Arial"/>
                <a:ea typeface="Arial"/>
                <a:cs typeface="Arial"/>
                <a:sym typeface="Arial"/>
              </a:rPr>
              <a:t>ĐẠI HỌC QUỐC GIA TP. HỒ CHÍ MINH</a:t>
            </a:r>
            <a:endParaRPr/>
          </a:p>
          <a:p>
            <a:pPr marL="0" marR="0" lvl="0" indent="0" algn="l" rtl="0">
              <a:spcBef>
                <a:spcPts val="0"/>
              </a:spcBef>
              <a:spcAft>
                <a:spcPts val="0"/>
              </a:spcAft>
              <a:buNone/>
            </a:pPr>
            <a:r>
              <a:rPr lang="vi-VN" sz="1400" b="1">
                <a:solidFill>
                  <a:srgbClr val="000046"/>
                </a:solidFill>
                <a:latin typeface="Arial"/>
                <a:ea typeface="Arial"/>
                <a:cs typeface="Arial"/>
                <a:sym typeface="Arial"/>
              </a:rPr>
              <a:t>TRƯỜNG ĐẠI HỌC CÔNG NGHỆ THÔNG TIN</a:t>
            </a:r>
            <a:endParaRPr/>
          </a:p>
        </p:txBody>
      </p:sp>
      <p:sp>
        <p:nvSpPr>
          <p:cNvPr id="491" name="Google Shape;491;p28"/>
          <p:cNvSpPr/>
          <p:nvPr/>
        </p:nvSpPr>
        <p:spPr>
          <a:xfrm>
            <a:off x="11924591" y="6583140"/>
            <a:ext cx="233916" cy="23391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Arial"/>
              <a:ea typeface="Arial"/>
              <a:cs typeface="Arial"/>
              <a:sym typeface="Arial"/>
            </a:endParaRPr>
          </a:p>
        </p:txBody>
      </p:sp>
      <p:sp>
        <p:nvSpPr>
          <p:cNvPr id="492" name="Google Shape;492;p28"/>
          <p:cNvSpPr txBox="1">
            <a:spLocks noGrp="1"/>
          </p:cNvSpPr>
          <p:nvPr>
            <p:ph type="sldNum" idx="12"/>
          </p:nvPr>
        </p:nvSpPr>
        <p:spPr>
          <a:xfrm>
            <a:off x="11894359" y="6566401"/>
            <a:ext cx="291600" cy="291600"/>
          </a:xfrm>
          <a:prstGeom prst="rect">
            <a:avLst/>
          </a:prstGeom>
          <a:noFill/>
          <a:ln>
            <a:noFill/>
          </a:ln>
        </p:spPr>
        <p:txBody>
          <a:bodyPr spcFirstLastPara="1" wrap="square" lIns="91425" tIns="45700" rIns="91425" bIns="45700" anchor="ctr" anchorCtr="0">
            <a:noAutofit/>
          </a:bodyPr>
          <a:lstStyle>
            <a:lvl1pPr marL="0" marR="0" lvl="0" indent="0" algn="ctr">
              <a:spcBef>
                <a:spcPts val="0"/>
              </a:spcBef>
              <a:buNone/>
              <a:defRPr sz="700">
                <a:solidFill>
                  <a:schemeClr val="dk1"/>
                </a:solidFill>
                <a:latin typeface="Arial"/>
                <a:ea typeface="Arial"/>
                <a:cs typeface="Arial"/>
                <a:sym typeface="Arial"/>
              </a:defRPr>
            </a:lvl1pPr>
            <a:lvl2pPr marL="0" marR="0" lvl="1" indent="0" algn="ctr">
              <a:spcBef>
                <a:spcPts val="0"/>
              </a:spcBef>
              <a:buNone/>
              <a:defRPr sz="700">
                <a:solidFill>
                  <a:schemeClr val="dk1"/>
                </a:solidFill>
                <a:latin typeface="Arial"/>
                <a:ea typeface="Arial"/>
                <a:cs typeface="Arial"/>
                <a:sym typeface="Arial"/>
              </a:defRPr>
            </a:lvl2pPr>
            <a:lvl3pPr marL="0" marR="0" lvl="2" indent="0" algn="ctr">
              <a:spcBef>
                <a:spcPts val="0"/>
              </a:spcBef>
              <a:buNone/>
              <a:defRPr sz="700">
                <a:solidFill>
                  <a:schemeClr val="dk1"/>
                </a:solidFill>
                <a:latin typeface="Arial"/>
                <a:ea typeface="Arial"/>
                <a:cs typeface="Arial"/>
                <a:sym typeface="Arial"/>
              </a:defRPr>
            </a:lvl3pPr>
            <a:lvl4pPr marL="0" marR="0" lvl="3" indent="0" algn="ctr">
              <a:spcBef>
                <a:spcPts val="0"/>
              </a:spcBef>
              <a:buNone/>
              <a:defRPr sz="700">
                <a:solidFill>
                  <a:schemeClr val="dk1"/>
                </a:solidFill>
                <a:latin typeface="Arial"/>
                <a:ea typeface="Arial"/>
                <a:cs typeface="Arial"/>
                <a:sym typeface="Arial"/>
              </a:defRPr>
            </a:lvl4pPr>
            <a:lvl5pPr marL="0" marR="0" lvl="4" indent="0" algn="ctr">
              <a:spcBef>
                <a:spcPts val="0"/>
              </a:spcBef>
              <a:buNone/>
              <a:defRPr sz="700">
                <a:solidFill>
                  <a:schemeClr val="dk1"/>
                </a:solidFill>
                <a:latin typeface="Arial"/>
                <a:ea typeface="Arial"/>
                <a:cs typeface="Arial"/>
                <a:sym typeface="Arial"/>
              </a:defRPr>
            </a:lvl5pPr>
            <a:lvl6pPr marL="0" marR="0" lvl="5" indent="0" algn="ctr">
              <a:spcBef>
                <a:spcPts val="0"/>
              </a:spcBef>
              <a:buNone/>
              <a:defRPr sz="700">
                <a:solidFill>
                  <a:schemeClr val="dk1"/>
                </a:solidFill>
                <a:latin typeface="Arial"/>
                <a:ea typeface="Arial"/>
                <a:cs typeface="Arial"/>
                <a:sym typeface="Arial"/>
              </a:defRPr>
            </a:lvl6pPr>
            <a:lvl7pPr marL="0" marR="0" lvl="6" indent="0" algn="ctr">
              <a:spcBef>
                <a:spcPts val="0"/>
              </a:spcBef>
              <a:buNone/>
              <a:defRPr sz="700">
                <a:solidFill>
                  <a:schemeClr val="dk1"/>
                </a:solidFill>
                <a:latin typeface="Arial"/>
                <a:ea typeface="Arial"/>
                <a:cs typeface="Arial"/>
                <a:sym typeface="Arial"/>
              </a:defRPr>
            </a:lvl7pPr>
            <a:lvl8pPr marL="0" marR="0" lvl="7" indent="0" algn="ctr">
              <a:spcBef>
                <a:spcPts val="0"/>
              </a:spcBef>
              <a:buNone/>
              <a:defRPr sz="700">
                <a:solidFill>
                  <a:schemeClr val="dk1"/>
                </a:solidFill>
                <a:latin typeface="Arial"/>
                <a:ea typeface="Arial"/>
                <a:cs typeface="Arial"/>
                <a:sym typeface="Arial"/>
              </a:defRPr>
            </a:lvl8pPr>
            <a:lvl9pPr marL="0" marR="0" lvl="8" indent="0" algn="ctr">
              <a:spcBef>
                <a:spcPts val="0"/>
              </a:spcBef>
              <a:buNone/>
              <a:defRPr sz="700">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vi-VN"/>
              <a:t>‹#›</a:t>
            </a:fld>
            <a:endParaRPr/>
          </a:p>
        </p:txBody>
      </p:sp>
      <p:sp>
        <p:nvSpPr>
          <p:cNvPr id="493" name="Google Shape;493;p28"/>
          <p:cNvSpPr txBox="1">
            <a:spLocks noGrp="1"/>
          </p:cNvSpPr>
          <p:nvPr>
            <p:ph type="body" idx="1"/>
          </p:nvPr>
        </p:nvSpPr>
        <p:spPr>
          <a:xfrm>
            <a:off x="1850807" y="2208158"/>
            <a:ext cx="8490387" cy="696165"/>
          </a:xfrm>
          <a:prstGeom prst="rect">
            <a:avLst/>
          </a:prstGeom>
          <a:noFill/>
          <a:ln>
            <a:noFill/>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SzPts val="4400"/>
              <a:buNone/>
              <a:defRPr sz="4400" b="1">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4" name="Google Shape;494;p28"/>
          <p:cNvSpPr txBox="1">
            <a:spLocks noGrp="1"/>
          </p:cNvSpPr>
          <p:nvPr>
            <p:ph type="body" idx="2"/>
          </p:nvPr>
        </p:nvSpPr>
        <p:spPr>
          <a:xfrm>
            <a:off x="876991" y="3039455"/>
            <a:ext cx="10438019" cy="459447"/>
          </a:xfrm>
          <a:prstGeom prst="rect">
            <a:avLst/>
          </a:prstGeom>
          <a:noFill/>
          <a:ln>
            <a:noFill/>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Clr>
                <a:srgbClr val="000046"/>
              </a:buClr>
              <a:buSzPts val="2000"/>
              <a:buNone/>
              <a:defRPr sz="2000" b="1">
                <a:solidFill>
                  <a:srgbClr val="000046"/>
                </a:solidFill>
                <a:latin typeface="Times New Roman"/>
                <a:ea typeface="Times New Roman"/>
                <a:cs typeface="Times New Roman"/>
                <a:sym typeface="Times New Roma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5" name="Google Shape;495;p28"/>
          <p:cNvSpPr txBox="1">
            <a:spLocks noGrp="1"/>
          </p:cNvSpPr>
          <p:nvPr>
            <p:ph type="body" idx="3"/>
          </p:nvPr>
        </p:nvSpPr>
        <p:spPr>
          <a:xfrm>
            <a:off x="4680970" y="4963048"/>
            <a:ext cx="2830058" cy="345005"/>
          </a:xfrm>
          <a:prstGeom prst="rect">
            <a:avLst/>
          </a:prstGeom>
          <a:gradFill>
            <a:gsLst>
              <a:gs pos="0">
                <a:srgbClr val="0072FF"/>
              </a:gs>
              <a:gs pos="100000">
                <a:srgbClr val="00C6FF"/>
              </a:gs>
            </a:gsLst>
            <a:lin ang="2700000" scaled="0"/>
          </a:gradFill>
          <a:ln>
            <a:noFill/>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Clr>
                <a:schemeClr val="lt1"/>
              </a:buClr>
              <a:buSzPts val="1400"/>
              <a:buNone/>
              <a:defRPr sz="1400" b="1" i="0">
                <a:solidFill>
                  <a:schemeClr val="lt1"/>
                </a:solidFill>
                <a:latin typeface="Times New Roman"/>
                <a:ea typeface="Times New Roman"/>
                <a:cs typeface="Times New Roman"/>
                <a:sym typeface="Times New Roma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6" name="Google Shape;496;p28"/>
          <p:cNvSpPr txBox="1">
            <a:spLocks noGrp="1"/>
          </p:cNvSpPr>
          <p:nvPr>
            <p:ph type="body" idx="4"/>
          </p:nvPr>
        </p:nvSpPr>
        <p:spPr>
          <a:xfrm>
            <a:off x="1850807" y="3630811"/>
            <a:ext cx="8490387" cy="644210"/>
          </a:xfrm>
          <a:prstGeom prst="rect">
            <a:avLst/>
          </a:prstGeom>
          <a:noFill/>
          <a:ln>
            <a:noFill/>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Clr>
                <a:srgbClr val="BFBFBF"/>
              </a:buClr>
              <a:buSzPts val="1200"/>
              <a:buNone/>
              <a:defRPr sz="1200">
                <a:solidFill>
                  <a:srgbClr val="BFBFBF"/>
                </a:solidFill>
                <a:latin typeface="Times New Roman"/>
                <a:ea typeface="Times New Roman"/>
                <a:cs typeface="Times New Roman"/>
                <a:sym typeface="Times New Roma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7" name="Google Shape;497;p28"/>
          <p:cNvSpPr txBox="1">
            <a:spLocks noGrp="1"/>
          </p:cNvSpPr>
          <p:nvPr>
            <p:ph type="dt" idx="10"/>
          </p:nvPr>
        </p:nvSpPr>
        <p:spPr>
          <a:xfrm>
            <a:off x="6767806" y="6476999"/>
            <a:ext cx="2495896" cy="23676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0072FF"/>
              </a:buClr>
              <a:buSzPts val="4000"/>
              <a:buFont typeface="Times New Roman"/>
              <a:buNone/>
              <a:defRPr sz="4000" b="1" i="0" u="none" strike="noStrike" cap="none">
                <a:solidFill>
                  <a:srgbClr val="0072FF"/>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B8C95"/>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B8C95"/>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B8C95"/>
                </a:solidFill>
                <a:latin typeface="Calibri"/>
                <a:ea typeface="Calibri"/>
                <a:cs typeface="Calibri"/>
                <a:sym typeface="Calibri"/>
              </a:defRPr>
            </a:lvl1pPr>
            <a:lvl2pPr marL="0" marR="0" lvl="1" indent="0" algn="r" rtl="0">
              <a:spcBef>
                <a:spcPts val="0"/>
              </a:spcBef>
              <a:buNone/>
              <a:defRPr sz="1200" b="0" i="0" u="none" strike="noStrike" cap="none">
                <a:solidFill>
                  <a:srgbClr val="8B8C95"/>
                </a:solidFill>
                <a:latin typeface="Calibri"/>
                <a:ea typeface="Calibri"/>
                <a:cs typeface="Calibri"/>
                <a:sym typeface="Calibri"/>
              </a:defRPr>
            </a:lvl2pPr>
            <a:lvl3pPr marL="0" marR="0" lvl="2" indent="0" algn="r" rtl="0">
              <a:spcBef>
                <a:spcPts val="0"/>
              </a:spcBef>
              <a:buNone/>
              <a:defRPr sz="1200" b="0" i="0" u="none" strike="noStrike" cap="none">
                <a:solidFill>
                  <a:srgbClr val="8B8C95"/>
                </a:solidFill>
                <a:latin typeface="Calibri"/>
                <a:ea typeface="Calibri"/>
                <a:cs typeface="Calibri"/>
                <a:sym typeface="Calibri"/>
              </a:defRPr>
            </a:lvl3pPr>
            <a:lvl4pPr marL="0" marR="0" lvl="3" indent="0" algn="r" rtl="0">
              <a:spcBef>
                <a:spcPts val="0"/>
              </a:spcBef>
              <a:buNone/>
              <a:defRPr sz="1200" b="0" i="0" u="none" strike="noStrike" cap="none">
                <a:solidFill>
                  <a:srgbClr val="8B8C95"/>
                </a:solidFill>
                <a:latin typeface="Calibri"/>
                <a:ea typeface="Calibri"/>
                <a:cs typeface="Calibri"/>
                <a:sym typeface="Calibri"/>
              </a:defRPr>
            </a:lvl4pPr>
            <a:lvl5pPr marL="0" marR="0" lvl="4" indent="0" algn="r" rtl="0">
              <a:spcBef>
                <a:spcPts val="0"/>
              </a:spcBef>
              <a:buNone/>
              <a:defRPr sz="1200" b="0" i="0" u="none" strike="noStrike" cap="none">
                <a:solidFill>
                  <a:srgbClr val="8B8C95"/>
                </a:solidFill>
                <a:latin typeface="Calibri"/>
                <a:ea typeface="Calibri"/>
                <a:cs typeface="Calibri"/>
                <a:sym typeface="Calibri"/>
              </a:defRPr>
            </a:lvl5pPr>
            <a:lvl6pPr marL="0" marR="0" lvl="5" indent="0" algn="r" rtl="0">
              <a:spcBef>
                <a:spcPts val="0"/>
              </a:spcBef>
              <a:buNone/>
              <a:defRPr sz="1200" b="0" i="0" u="none" strike="noStrike" cap="none">
                <a:solidFill>
                  <a:srgbClr val="8B8C95"/>
                </a:solidFill>
                <a:latin typeface="Calibri"/>
                <a:ea typeface="Calibri"/>
                <a:cs typeface="Calibri"/>
                <a:sym typeface="Calibri"/>
              </a:defRPr>
            </a:lvl6pPr>
            <a:lvl7pPr marL="0" marR="0" lvl="6" indent="0" algn="r" rtl="0">
              <a:spcBef>
                <a:spcPts val="0"/>
              </a:spcBef>
              <a:buNone/>
              <a:defRPr sz="1200" b="0" i="0" u="none" strike="noStrike" cap="none">
                <a:solidFill>
                  <a:srgbClr val="8B8C95"/>
                </a:solidFill>
                <a:latin typeface="Calibri"/>
                <a:ea typeface="Calibri"/>
                <a:cs typeface="Calibri"/>
                <a:sym typeface="Calibri"/>
              </a:defRPr>
            </a:lvl7pPr>
            <a:lvl8pPr marL="0" marR="0" lvl="7" indent="0" algn="r" rtl="0">
              <a:spcBef>
                <a:spcPts val="0"/>
              </a:spcBef>
              <a:buNone/>
              <a:defRPr sz="1200" b="0" i="0" u="none" strike="noStrike" cap="none">
                <a:solidFill>
                  <a:srgbClr val="8B8C95"/>
                </a:solidFill>
                <a:latin typeface="Calibri"/>
                <a:ea typeface="Calibri"/>
                <a:cs typeface="Calibri"/>
                <a:sym typeface="Calibri"/>
              </a:defRPr>
            </a:lvl8pPr>
            <a:lvl9pPr marL="0" marR="0" lvl="8" indent="0" algn="r" rtl="0">
              <a:spcBef>
                <a:spcPts val="0"/>
              </a:spcBef>
              <a:buNone/>
              <a:defRPr sz="1200" b="0" i="0" u="none" strike="noStrike" cap="none">
                <a:solidFill>
                  <a:srgbClr val="8B8C95"/>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vi-V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hyperlink" Target="https://huggingface.co/datasets/fptudsc/face-celeb-vietnamese" TargetMode="External"/><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hyperlink" Target="https://doi.org/10.1007/s11633-023-1423-y" TargetMode="External"/><Relationship Id="rId2" Type="http://schemas.openxmlformats.org/officeDocument/2006/relationships/notesSlide" Target="../notesSlides/notesSlide26.xml"/><Relationship Id="rId1" Type="http://schemas.openxmlformats.org/officeDocument/2006/relationships/slideLayout" Target="../slideLayouts/slideLayout3.xml"/><Relationship Id="rId5" Type="http://schemas.openxmlformats.org/officeDocument/2006/relationships/hyperlink" Target="http://github.com/novendrastywn/FaceLiVT" TargetMode="External"/><Relationship Id="rId4" Type="http://schemas.openxmlformats.org/officeDocument/2006/relationships/hyperlink" Target="https://rjwave.org/ijedr/papers/IJEDR2502141.pdf"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502" name="Google Shape;502;p1"/>
          <p:cNvSpPr txBox="1">
            <a:spLocks noGrp="1"/>
          </p:cNvSpPr>
          <p:nvPr>
            <p:ph type="ftr" idx="11"/>
          </p:nvPr>
        </p:nvSpPr>
        <p:spPr>
          <a:xfrm>
            <a:off x="2353680" y="6480629"/>
            <a:ext cx="4288103" cy="23677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vi-VN"/>
              <a:t>Trường Đại học Công nghệ Thông tin, ĐHQG-HCM</a:t>
            </a:r>
            <a:endParaRPr/>
          </a:p>
        </p:txBody>
      </p:sp>
      <p:sp>
        <p:nvSpPr>
          <p:cNvPr id="503" name="Google Shape;503;p1"/>
          <p:cNvSpPr txBox="1">
            <a:spLocks noGrp="1"/>
          </p:cNvSpPr>
          <p:nvPr>
            <p:ph type="sldNum" idx="12"/>
          </p:nvPr>
        </p:nvSpPr>
        <p:spPr>
          <a:xfrm>
            <a:off x="75604" y="6587552"/>
            <a:ext cx="291600" cy="2916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vi-VN"/>
              <a:t>1</a:t>
            </a:fld>
            <a:endParaRPr/>
          </a:p>
        </p:txBody>
      </p:sp>
      <p:sp>
        <p:nvSpPr>
          <p:cNvPr id="504" name="Google Shape;504;p1"/>
          <p:cNvSpPr txBox="1">
            <a:spLocks noGrp="1"/>
          </p:cNvSpPr>
          <p:nvPr>
            <p:ph type="body" idx="1"/>
          </p:nvPr>
        </p:nvSpPr>
        <p:spPr>
          <a:xfrm>
            <a:off x="1916121" y="1483760"/>
            <a:ext cx="8490387" cy="696165"/>
          </a:xfrm>
          <a:prstGeom prst="rect">
            <a:avLst/>
          </a:prstGeom>
          <a:noFill/>
          <a:ln>
            <a:noFill/>
          </a:ln>
        </p:spPr>
        <p:txBody>
          <a:bodyPr spcFirstLastPara="1" wrap="square" lIns="91425" tIns="45700" rIns="91425" bIns="45700" anchor="ctr" anchorCtr="0">
            <a:normAutofit fontScale="62500" lnSpcReduction="20000"/>
          </a:bodyPr>
          <a:lstStyle/>
          <a:p>
            <a:pPr marL="0" lvl="0" indent="0" algn="ctr" rtl="0">
              <a:lnSpc>
                <a:spcPct val="90000"/>
              </a:lnSpc>
              <a:spcBef>
                <a:spcPts val="0"/>
              </a:spcBef>
              <a:spcAft>
                <a:spcPts val="0"/>
              </a:spcAft>
              <a:buClr>
                <a:srgbClr val="000046"/>
              </a:buClr>
              <a:buSzPct val="100000"/>
              <a:buNone/>
            </a:pPr>
            <a:r>
              <a:rPr lang="vi-VN" dirty="0"/>
              <a:t>TRÍ TUỆ NHÂN TẠO CHO HỆ THỐNG NHÚNG</a:t>
            </a:r>
            <a:endParaRPr dirty="0"/>
          </a:p>
        </p:txBody>
      </p:sp>
      <p:sp>
        <p:nvSpPr>
          <p:cNvPr id="505" name="Google Shape;505;p1"/>
          <p:cNvSpPr txBox="1">
            <a:spLocks noGrp="1"/>
          </p:cNvSpPr>
          <p:nvPr>
            <p:ph type="body" idx="2"/>
          </p:nvPr>
        </p:nvSpPr>
        <p:spPr>
          <a:xfrm>
            <a:off x="876991" y="2400301"/>
            <a:ext cx="10438019" cy="1110342"/>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000046"/>
              </a:buClr>
              <a:buSzPts val="2800"/>
              <a:buNone/>
            </a:pPr>
            <a:r>
              <a:rPr lang="en-US" dirty="0">
                <a:latin typeface="Arial"/>
                <a:ea typeface="Arial"/>
                <a:cs typeface="Arial"/>
                <a:sym typeface="Arial"/>
              </a:rPr>
              <a:t>XÂY DỰNG HỆ THỐNG CHẤM CÔNG THÔNG QUA NHẬN DIỆN KHUÔN MẶT</a:t>
            </a:r>
            <a:endParaRPr dirty="0">
              <a:latin typeface="Arial"/>
              <a:ea typeface="Arial"/>
              <a:cs typeface="Arial"/>
              <a:sym typeface="Arial"/>
            </a:endParaRPr>
          </a:p>
        </p:txBody>
      </p:sp>
      <p:sp>
        <p:nvSpPr>
          <p:cNvPr id="506" name="Google Shape;506;p1"/>
          <p:cNvSpPr txBox="1"/>
          <p:nvPr/>
        </p:nvSpPr>
        <p:spPr>
          <a:xfrm>
            <a:off x="1916121" y="3510643"/>
            <a:ext cx="9144000" cy="2880748"/>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vi-VN" sz="2800" b="1" dirty="0">
                <a:solidFill>
                  <a:srgbClr val="000046"/>
                </a:solidFill>
                <a:latin typeface="Arial"/>
                <a:ea typeface="Arial"/>
                <a:cs typeface="Arial"/>
                <a:sym typeface="Arial"/>
              </a:rPr>
              <a:t>GVHD: ThS. Phan Đình Duy</a:t>
            </a:r>
            <a:endParaRPr sz="2800" b="1" dirty="0">
              <a:solidFill>
                <a:srgbClr val="000046"/>
              </a:solidFill>
              <a:latin typeface="Arial"/>
              <a:ea typeface="Arial"/>
              <a:cs typeface="Arial"/>
              <a:sym typeface="Arial"/>
            </a:endParaRPr>
          </a:p>
          <a:p>
            <a:pPr marL="342900" marR="0" lvl="0" indent="-342900" algn="l" rtl="0">
              <a:lnSpc>
                <a:spcPct val="130000"/>
              </a:lnSpc>
              <a:spcBef>
                <a:spcPts val="600"/>
              </a:spcBef>
              <a:spcAft>
                <a:spcPts val="0"/>
              </a:spcAft>
              <a:buClr>
                <a:schemeClr val="dk1"/>
              </a:buClr>
              <a:buSzPts val="2400"/>
              <a:buFont typeface="Arial"/>
              <a:buChar char="•"/>
            </a:pPr>
            <a:r>
              <a:rPr lang="en-US" sz="2400" b="1" dirty="0">
                <a:solidFill>
                  <a:schemeClr val="dk1"/>
                </a:solidFill>
                <a:latin typeface="Calibri"/>
                <a:ea typeface="Calibri"/>
                <a:cs typeface="Calibri"/>
                <a:sym typeface="Calibri"/>
              </a:rPr>
              <a:t>Bùi Quang </a:t>
            </a:r>
            <a:r>
              <a:rPr lang="en-US" sz="2400" b="1" dirty="0" err="1">
                <a:solidFill>
                  <a:schemeClr val="dk1"/>
                </a:solidFill>
                <a:latin typeface="Calibri"/>
                <a:ea typeface="Calibri"/>
                <a:cs typeface="Calibri"/>
                <a:sym typeface="Calibri"/>
              </a:rPr>
              <a:t>Đán</a:t>
            </a:r>
            <a:r>
              <a:rPr lang="vi-VN" sz="2400" b="1" dirty="0">
                <a:solidFill>
                  <a:schemeClr val="dk1"/>
                </a:solidFill>
                <a:latin typeface="Calibri"/>
                <a:ea typeface="Calibri"/>
                <a:cs typeface="Calibri"/>
                <a:sym typeface="Calibri"/>
              </a:rPr>
              <a:t>	</a:t>
            </a:r>
            <a:r>
              <a:rPr lang="en-US" sz="2400" b="1" dirty="0">
                <a:solidFill>
                  <a:schemeClr val="dk1"/>
                </a:solidFill>
                <a:latin typeface="Calibri"/>
                <a:ea typeface="Calibri"/>
                <a:cs typeface="Calibri"/>
                <a:sym typeface="Calibri"/>
              </a:rPr>
              <a:t>	25210007</a:t>
            </a:r>
            <a:endParaRPr b="1" dirty="0"/>
          </a:p>
          <a:p>
            <a:pPr marL="342900" marR="0" lvl="0" indent="-342900" algn="l" rtl="0">
              <a:lnSpc>
                <a:spcPct val="130000"/>
              </a:lnSpc>
              <a:spcBef>
                <a:spcPts val="600"/>
              </a:spcBef>
              <a:spcAft>
                <a:spcPts val="0"/>
              </a:spcAft>
              <a:buClr>
                <a:schemeClr val="dk1"/>
              </a:buClr>
              <a:buSzPts val="2400"/>
              <a:buFont typeface="Arial"/>
              <a:buChar char="•"/>
            </a:pPr>
            <a:r>
              <a:rPr lang="en-US" sz="2400" b="1" dirty="0">
                <a:solidFill>
                  <a:schemeClr val="dk1"/>
                </a:solidFill>
                <a:latin typeface="Calibri"/>
                <a:ea typeface="Calibri"/>
                <a:cs typeface="Calibri"/>
                <a:sym typeface="Calibri"/>
              </a:rPr>
              <a:t>Nguyễn Huỳnh Đạt </a:t>
            </a:r>
            <a:r>
              <a:rPr lang="vi-VN" sz="2400" b="1" dirty="0">
                <a:solidFill>
                  <a:schemeClr val="dk1"/>
                </a:solidFill>
                <a:latin typeface="Calibri"/>
                <a:ea typeface="Calibri"/>
                <a:cs typeface="Calibri"/>
                <a:sym typeface="Calibri"/>
              </a:rPr>
              <a:t>	</a:t>
            </a:r>
            <a:r>
              <a:rPr lang="en-US" sz="2400" b="1" dirty="0">
                <a:solidFill>
                  <a:schemeClr val="dk1"/>
                </a:solidFill>
                <a:latin typeface="Calibri"/>
                <a:ea typeface="Calibri"/>
                <a:cs typeface="Calibri"/>
                <a:sym typeface="Calibri"/>
              </a:rPr>
              <a:t>25210009</a:t>
            </a:r>
          </a:p>
          <a:p>
            <a:pPr marL="342900" marR="0" lvl="0" indent="-342900" algn="l" rtl="0">
              <a:lnSpc>
                <a:spcPct val="130000"/>
              </a:lnSpc>
              <a:spcBef>
                <a:spcPts val="600"/>
              </a:spcBef>
              <a:spcAft>
                <a:spcPts val="0"/>
              </a:spcAft>
              <a:buClr>
                <a:schemeClr val="dk1"/>
              </a:buClr>
              <a:buSzPts val="2400"/>
              <a:buFont typeface="Arial"/>
              <a:buChar char="•"/>
            </a:pPr>
            <a:r>
              <a:rPr lang="en-US" sz="2400" b="1" dirty="0">
                <a:solidFill>
                  <a:schemeClr val="dk1"/>
                </a:solidFill>
                <a:latin typeface="Calibri"/>
                <a:cs typeface="Calibri"/>
                <a:sym typeface="Calibri"/>
              </a:rPr>
              <a:t>Trần Võ </a:t>
            </a:r>
            <a:r>
              <a:rPr lang="en-US" sz="2400" b="1" dirty="0" err="1">
                <a:solidFill>
                  <a:schemeClr val="dk1"/>
                </a:solidFill>
                <a:latin typeface="Calibri"/>
                <a:cs typeface="Calibri"/>
                <a:sym typeface="Calibri"/>
              </a:rPr>
              <a:t>Ngọc</a:t>
            </a:r>
            <a:r>
              <a:rPr lang="en-US" sz="2400" b="1" dirty="0">
                <a:solidFill>
                  <a:schemeClr val="dk1"/>
                </a:solidFill>
                <a:latin typeface="Calibri"/>
                <a:cs typeface="Calibri"/>
                <a:sym typeface="Calibri"/>
              </a:rPr>
              <a:t> Đạt		25210010</a:t>
            </a:r>
          </a:p>
          <a:p>
            <a:pPr marL="342900" marR="0" lvl="0" indent="-342900" algn="l" rtl="0">
              <a:lnSpc>
                <a:spcPct val="130000"/>
              </a:lnSpc>
              <a:spcBef>
                <a:spcPts val="600"/>
              </a:spcBef>
              <a:spcAft>
                <a:spcPts val="0"/>
              </a:spcAft>
              <a:buClr>
                <a:schemeClr val="dk1"/>
              </a:buClr>
              <a:buSzPts val="2400"/>
              <a:buFont typeface="Arial"/>
              <a:buChar char="•"/>
            </a:pPr>
            <a:r>
              <a:rPr lang="en-US" sz="2400" b="1" dirty="0">
                <a:solidFill>
                  <a:schemeClr val="dk1"/>
                </a:solidFill>
                <a:latin typeface="Calibri"/>
                <a:cs typeface="Calibri"/>
                <a:sym typeface="Calibri"/>
              </a:rPr>
              <a:t>Nguyễn Cao Nguyên	25210025</a:t>
            </a:r>
            <a:endParaRPr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p2"/>
          <p:cNvSpPr txBox="1">
            <a:spLocks noGrp="1"/>
          </p:cNvSpPr>
          <p:nvPr>
            <p:ph type="ftr" idx="11"/>
          </p:nvPr>
        </p:nvSpPr>
        <p:spPr>
          <a:xfrm>
            <a:off x="3465443" y="6466114"/>
            <a:ext cx="5261114" cy="25536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vi-VN"/>
              <a:t>Trường Đại học Công nghệ Thông tin, ĐHQG-HCM</a:t>
            </a:r>
            <a:endParaRPr/>
          </a:p>
        </p:txBody>
      </p:sp>
      <p:sp>
        <p:nvSpPr>
          <p:cNvPr id="512" name="Google Shape;512;p2"/>
          <p:cNvSpPr txBox="1">
            <a:spLocks noGrp="1"/>
          </p:cNvSpPr>
          <p:nvPr>
            <p:ph type="sldNum" idx="12"/>
          </p:nvPr>
        </p:nvSpPr>
        <p:spPr>
          <a:xfrm>
            <a:off x="11900400" y="6566400"/>
            <a:ext cx="291600" cy="2916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vi-VN"/>
              <a:t>2</a:t>
            </a:fld>
            <a:endParaRPr/>
          </a:p>
        </p:txBody>
      </p:sp>
      <p:sp>
        <p:nvSpPr>
          <p:cNvPr id="513" name="Google Shape;513;p2"/>
          <p:cNvSpPr txBox="1">
            <a:spLocks noGrp="1"/>
          </p:cNvSpPr>
          <p:nvPr>
            <p:ph type="body" idx="1"/>
          </p:nvPr>
        </p:nvSpPr>
        <p:spPr>
          <a:xfrm>
            <a:off x="2735144" y="1286346"/>
            <a:ext cx="6721714" cy="4699000"/>
          </a:xfrm>
          <a:prstGeom prst="rect">
            <a:avLst/>
          </a:prstGeom>
          <a:noFill/>
          <a:ln>
            <a:noFill/>
          </a:ln>
        </p:spPr>
        <p:txBody>
          <a:bodyPr spcFirstLastPara="1" wrap="square" lIns="91425" tIns="45700" rIns="91425" bIns="45700" anchor="ctr" anchorCtr="0">
            <a:normAutofit/>
          </a:bodyPr>
          <a:lstStyle/>
          <a:p>
            <a:pPr marL="514350" lvl="0" indent="-514350" algn="just" rtl="0">
              <a:lnSpc>
                <a:spcPct val="150000"/>
              </a:lnSpc>
              <a:spcBef>
                <a:spcPts val="0"/>
              </a:spcBef>
              <a:spcAft>
                <a:spcPts val="0"/>
              </a:spcAft>
              <a:buClr>
                <a:schemeClr val="dk1"/>
              </a:buClr>
              <a:buSzPts val="2400"/>
              <a:buAutoNum type="arabicPeriod"/>
            </a:pPr>
            <a:r>
              <a:rPr lang="vi-VN" sz="2400" b="1"/>
              <a:t>TỔNG QUAN ĐỀ TÀI</a:t>
            </a:r>
            <a:endParaRPr/>
          </a:p>
          <a:p>
            <a:pPr marL="514350" lvl="0" indent="-514350" algn="just" rtl="0">
              <a:lnSpc>
                <a:spcPct val="150000"/>
              </a:lnSpc>
              <a:spcBef>
                <a:spcPts val="1000"/>
              </a:spcBef>
              <a:spcAft>
                <a:spcPts val="0"/>
              </a:spcAft>
              <a:buClr>
                <a:schemeClr val="dk1"/>
              </a:buClr>
              <a:buSzPts val="2400"/>
              <a:buAutoNum type="arabicPeriod"/>
            </a:pPr>
            <a:r>
              <a:rPr lang="vi-VN" sz="2400" b="1"/>
              <a:t>CƠ SỞ LÝ THUYẾT</a:t>
            </a:r>
            <a:endParaRPr/>
          </a:p>
          <a:p>
            <a:pPr marL="514350" lvl="0" indent="-514350" algn="just" rtl="0">
              <a:lnSpc>
                <a:spcPct val="150000"/>
              </a:lnSpc>
              <a:spcBef>
                <a:spcPts val="1000"/>
              </a:spcBef>
              <a:spcAft>
                <a:spcPts val="0"/>
              </a:spcAft>
              <a:buClr>
                <a:schemeClr val="dk1"/>
              </a:buClr>
              <a:buSzPts val="2400"/>
              <a:buAutoNum type="arabicPeriod"/>
            </a:pPr>
            <a:r>
              <a:rPr lang="vi-VN" sz="2400" b="1"/>
              <a:t>PHÂN TÍCH VÀ THIẾT KẾ HỆ THỐNG</a:t>
            </a:r>
            <a:endParaRPr/>
          </a:p>
          <a:p>
            <a:pPr marL="514350" lvl="0" indent="-514350" algn="just" rtl="0">
              <a:lnSpc>
                <a:spcPct val="150000"/>
              </a:lnSpc>
              <a:spcBef>
                <a:spcPts val="1000"/>
              </a:spcBef>
              <a:spcAft>
                <a:spcPts val="0"/>
              </a:spcAft>
              <a:buClr>
                <a:schemeClr val="dk1"/>
              </a:buClr>
              <a:buSzPts val="2400"/>
              <a:buAutoNum type="arabicPeriod"/>
            </a:pPr>
            <a:r>
              <a:rPr lang="vi-VN" sz="2400" b="1"/>
              <a:t>KẾT QUẢ THỰC NGHIỆM</a:t>
            </a:r>
            <a:endParaRPr/>
          </a:p>
          <a:p>
            <a:pPr marL="514350" lvl="0" indent="-514350" algn="just" rtl="0">
              <a:lnSpc>
                <a:spcPct val="150000"/>
              </a:lnSpc>
              <a:spcBef>
                <a:spcPts val="1000"/>
              </a:spcBef>
              <a:spcAft>
                <a:spcPts val="0"/>
              </a:spcAft>
              <a:buClr>
                <a:schemeClr val="dk1"/>
              </a:buClr>
              <a:buSzPts val="2400"/>
              <a:buAutoNum type="arabicPeriod"/>
            </a:pPr>
            <a:r>
              <a:rPr lang="vi-VN" sz="2400" b="1"/>
              <a:t>KẾT LUẬN VÀ HƯỚNG PHÁT TRIỂN</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1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1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3"/>
          <p:cNvSpPr txBox="1">
            <a:spLocks noGrp="1"/>
          </p:cNvSpPr>
          <p:nvPr>
            <p:ph type="title"/>
          </p:nvPr>
        </p:nvSpPr>
        <p:spPr>
          <a:xfrm>
            <a:off x="774145" y="223964"/>
            <a:ext cx="10579655" cy="1357186"/>
          </a:xfrm>
          <a:prstGeom prst="rect">
            <a:avLst/>
          </a:prstGeom>
          <a:noFill/>
          <a:ln>
            <a:noFill/>
          </a:ln>
        </p:spPr>
        <p:txBody>
          <a:bodyPr spcFirstLastPara="1" wrap="square" lIns="91425" tIns="45700" rIns="91425" bIns="45700" anchor="ctr" anchorCtr="0">
            <a:noAutofit/>
          </a:bodyPr>
          <a:lstStyle/>
          <a:p>
            <a:pPr marL="0" lvl="0" indent="0" algn="l" rtl="0">
              <a:lnSpc>
                <a:spcPct val="120000"/>
              </a:lnSpc>
              <a:spcBef>
                <a:spcPts val="0"/>
              </a:spcBef>
              <a:spcAft>
                <a:spcPts val="0"/>
              </a:spcAft>
              <a:buClr>
                <a:srgbClr val="0072FF"/>
              </a:buClr>
              <a:buSzPts val="3700"/>
              <a:buFont typeface="Times New Roman"/>
              <a:buNone/>
            </a:pPr>
            <a:r>
              <a:rPr lang="vi-VN" sz="3700"/>
              <a:t>1. TỔNG QUAN ĐỀ TÀI</a:t>
            </a:r>
            <a:endParaRPr/>
          </a:p>
        </p:txBody>
      </p:sp>
      <p:sp>
        <p:nvSpPr>
          <p:cNvPr id="520" name="Google Shape;520;p3"/>
          <p:cNvSpPr txBox="1">
            <a:spLocks noGrp="1"/>
          </p:cNvSpPr>
          <p:nvPr>
            <p:ph type="body" idx="1"/>
          </p:nvPr>
        </p:nvSpPr>
        <p:spPr>
          <a:xfrm>
            <a:off x="478166" y="1323367"/>
            <a:ext cx="6430094" cy="4522956"/>
          </a:xfrm>
          <a:prstGeom prst="rect">
            <a:avLst/>
          </a:prstGeom>
          <a:noFill/>
          <a:ln>
            <a:noFill/>
          </a:ln>
        </p:spPr>
        <p:txBody>
          <a:bodyPr spcFirstLastPara="1" wrap="square" lIns="91425" tIns="45700" rIns="91425" bIns="45700" anchor="t" anchorCtr="0">
            <a:normAutofit fontScale="55000" lnSpcReduction="20000"/>
          </a:bodyPr>
          <a:lstStyle/>
          <a:p>
            <a:pPr marL="50800" indent="0">
              <a:buNone/>
            </a:pPr>
            <a:r>
              <a:rPr lang="en-US" b="1" dirty="0"/>
              <a:t>B</a:t>
            </a:r>
            <a:r>
              <a:rPr lang="vi-VN" b="1" dirty="0"/>
              <a:t>ối cảnh và Nhu cầu thực tế</a:t>
            </a:r>
            <a:endParaRPr lang="en-US" b="1" dirty="0"/>
          </a:p>
          <a:p>
            <a:pPr marL="50800" indent="0">
              <a:buNone/>
            </a:pPr>
            <a:endParaRPr lang="en-US" b="1" dirty="0"/>
          </a:p>
          <a:p>
            <a:pPr marL="50800" indent="0">
              <a:buNone/>
            </a:pPr>
            <a:r>
              <a:rPr lang="vi-VN" b="1" dirty="0"/>
              <a:t>Vấn đề hiện tại:</a:t>
            </a:r>
            <a:r>
              <a:rPr lang="en-US" b="1" dirty="0"/>
              <a:t> </a:t>
            </a:r>
            <a:r>
              <a:rPr lang="vi-VN" dirty="0"/>
              <a:t>Các phương pháp điểm danh truyền thống (thẻ từ, vân tay, điểm danh giấy) tồn tại nhiều hạn chế:</a:t>
            </a:r>
            <a:endParaRPr lang="en-US" dirty="0"/>
          </a:p>
          <a:p>
            <a:pPr>
              <a:buFont typeface="Arial" panose="020B0604020202020204" pitchFamily="34" charset="0"/>
              <a:buChar char="•"/>
            </a:pPr>
            <a:r>
              <a:rPr lang="vi-VN" dirty="0"/>
              <a:t>  Thẻ từ: Dễ quên, dễ đưa người khác quẹt hộ, tốn chi phí </a:t>
            </a:r>
            <a:r>
              <a:rPr lang="en-US" dirty="0" err="1"/>
              <a:t>làm</a:t>
            </a:r>
            <a:r>
              <a:rPr lang="en-US" dirty="0"/>
              <a:t> </a:t>
            </a:r>
            <a:r>
              <a:rPr lang="en-US" dirty="0" err="1"/>
              <a:t>thẻ</a:t>
            </a:r>
            <a:endParaRPr lang="en-US" dirty="0"/>
          </a:p>
          <a:p>
            <a:pPr>
              <a:buFont typeface="Arial" panose="020B0604020202020204" pitchFamily="34" charset="0"/>
              <a:buChar char="•"/>
            </a:pPr>
            <a:r>
              <a:rPr lang="en-US" dirty="0"/>
              <a:t>  </a:t>
            </a:r>
            <a:r>
              <a:rPr lang="vi-VN" dirty="0"/>
              <a:t>Vân tay: Chậm, tiếp xúc vật lý (nguy cơ lây nhiễm dịch bệnh), khó nhận diện khi tay ướt/xước.</a:t>
            </a:r>
          </a:p>
          <a:p>
            <a:pPr marL="50800" indent="0">
              <a:buNone/>
            </a:pPr>
            <a:endParaRPr lang="en-US" b="1" dirty="0"/>
          </a:p>
          <a:p>
            <a:pPr marL="50800" indent="0">
              <a:buNone/>
            </a:pPr>
            <a:r>
              <a:rPr lang="vi-VN" b="1" dirty="0"/>
              <a:t>Xu hướng:</a:t>
            </a:r>
            <a:r>
              <a:rPr lang="en-US" b="1" dirty="0"/>
              <a:t> </a:t>
            </a:r>
            <a:r>
              <a:rPr lang="en-US" dirty="0" err="1"/>
              <a:t>Điểm</a:t>
            </a:r>
            <a:r>
              <a:rPr lang="en-US" dirty="0"/>
              <a:t> </a:t>
            </a:r>
            <a:r>
              <a:rPr lang="en-US" dirty="0" err="1"/>
              <a:t>danh</a:t>
            </a:r>
            <a:r>
              <a:rPr lang="en-US" dirty="0"/>
              <a:t> </a:t>
            </a:r>
            <a:r>
              <a:rPr lang="en-US" dirty="0" err="1"/>
              <a:t>thông</a:t>
            </a:r>
            <a:r>
              <a:rPr lang="en-US" dirty="0"/>
              <a:t> qua n</a:t>
            </a:r>
            <a:r>
              <a:rPr lang="vi-VN" dirty="0"/>
              <a:t>hận diện khuôn mặt (Face Recognition) đang là tiêu chuẩn mới (Contactless, nhanh chóng, chính xác).</a:t>
            </a:r>
            <a:endParaRPr lang="en-US" dirty="0"/>
          </a:p>
          <a:p>
            <a:pPr marL="50800" indent="0">
              <a:buNone/>
            </a:pPr>
            <a:endParaRPr lang="vi-VN" dirty="0"/>
          </a:p>
          <a:p>
            <a:pPr marL="50800" indent="0">
              <a:buNone/>
            </a:pPr>
            <a:r>
              <a:rPr lang="vi-VN" b="1" dirty="0"/>
              <a:t>Bài toán đặt ra:</a:t>
            </a:r>
            <a:r>
              <a:rPr lang="en-US" b="1" dirty="0"/>
              <a:t> </a:t>
            </a:r>
            <a:r>
              <a:rPr lang="vi-VN" dirty="0"/>
              <a:t>Mang công nghệ nhận diện khuôn mặt vốn đòi hỏi máy chủ cấu hình cao</a:t>
            </a:r>
            <a:r>
              <a:rPr lang="en-US" dirty="0"/>
              <a:t> </a:t>
            </a:r>
            <a:r>
              <a:rPr lang="vi-VN" dirty="0"/>
              <a:t>xuống các thiết bị nhúng nhỏ gọn (Edge Devices) để giảm chi phí triển khai và đảm bảo tính riêng tư.</a:t>
            </a:r>
          </a:p>
          <a:p>
            <a:pPr marL="228600" lvl="0" indent="-228600" algn="just" rtl="0">
              <a:lnSpc>
                <a:spcPct val="130000"/>
              </a:lnSpc>
              <a:spcBef>
                <a:spcPts val="0"/>
              </a:spcBef>
              <a:spcAft>
                <a:spcPts val="0"/>
              </a:spcAft>
              <a:buClr>
                <a:schemeClr val="dk1"/>
              </a:buClr>
              <a:buSzPts val="2800"/>
              <a:buChar char="•"/>
            </a:pPr>
            <a:endParaRPr dirty="0"/>
          </a:p>
        </p:txBody>
      </p:sp>
      <p:sp>
        <p:nvSpPr>
          <p:cNvPr id="521" name="Google Shape;521;p3"/>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vi-VN"/>
              <a:t>Trường Đại học Công nghệ Thông tin, ĐHQG-HCM</a:t>
            </a:r>
            <a:endParaRPr/>
          </a:p>
        </p:txBody>
      </p:sp>
      <p:sp>
        <p:nvSpPr>
          <p:cNvPr id="522" name="Google Shape;522;p3"/>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vi-VN"/>
              <a:t>3</a:t>
            </a:fld>
            <a:endParaRPr/>
          </a:p>
        </p:txBody>
      </p:sp>
      <p:pic>
        <p:nvPicPr>
          <p:cNvPr id="3" name="Picture 2">
            <a:extLst>
              <a:ext uri="{FF2B5EF4-FFF2-40B4-BE49-F238E27FC236}">
                <a16:creationId xmlns:a16="http://schemas.microsoft.com/office/drawing/2014/main" id="{B47D3122-6115-4DB5-1B67-D2CCBF0DA38A}"/>
              </a:ext>
            </a:extLst>
          </p:cNvPr>
          <p:cNvPicPr>
            <a:picLocks noChangeAspect="1"/>
          </p:cNvPicPr>
          <p:nvPr/>
        </p:nvPicPr>
        <p:blipFill>
          <a:blip r:embed="rId3"/>
          <a:stretch>
            <a:fillRect/>
          </a:stretch>
        </p:blipFill>
        <p:spPr>
          <a:xfrm>
            <a:off x="7204239" y="902557"/>
            <a:ext cx="4445540" cy="44455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18">
          <a:extLst>
            <a:ext uri="{FF2B5EF4-FFF2-40B4-BE49-F238E27FC236}">
              <a16:creationId xmlns:a16="http://schemas.microsoft.com/office/drawing/2014/main" id="{CF3864EB-C3EE-2628-1876-07EED994DD82}"/>
            </a:ext>
          </a:extLst>
        </p:cNvPr>
        <p:cNvGrpSpPr/>
        <p:nvPr/>
      </p:nvGrpSpPr>
      <p:grpSpPr>
        <a:xfrm>
          <a:off x="0" y="0"/>
          <a:ext cx="0" cy="0"/>
          <a:chOff x="0" y="0"/>
          <a:chExt cx="0" cy="0"/>
        </a:xfrm>
      </p:grpSpPr>
      <p:sp>
        <p:nvSpPr>
          <p:cNvPr id="519" name="Google Shape;519;p3">
            <a:extLst>
              <a:ext uri="{FF2B5EF4-FFF2-40B4-BE49-F238E27FC236}">
                <a16:creationId xmlns:a16="http://schemas.microsoft.com/office/drawing/2014/main" id="{DDB6631B-09CB-DD44-6A78-032353259994}"/>
              </a:ext>
            </a:extLst>
          </p:cNvPr>
          <p:cNvSpPr txBox="1">
            <a:spLocks noGrp="1"/>
          </p:cNvSpPr>
          <p:nvPr>
            <p:ph type="title"/>
          </p:nvPr>
        </p:nvSpPr>
        <p:spPr>
          <a:xfrm>
            <a:off x="774145" y="223964"/>
            <a:ext cx="10579655" cy="1357186"/>
          </a:xfrm>
          <a:prstGeom prst="rect">
            <a:avLst/>
          </a:prstGeom>
          <a:noFill/>
          <a:ln>
            <a:noFill/>
          </a:ln>
        </p:spPr>
        <p:txBody>
          <a:bodyPr spcFirstLastPara="1" wrap="square" lIns="91425" tIns="45700" rIns="91425" bIns="45700" anchor="ctr" anchorCtr="0">
            <a:noAutofit/>
          </a:bodyPr>
          <a:lstStyle/>
          <a:p>
            <a:pPr marL="0" lvl="0" indent="0" algn="l" rtl="0">
              <a:lnSpc>
                <a:spcPct val="120000"/>
              </a:lnSpc>
              <a:spcBef>
                <a:spcPts val="0"/>
              </a:spcBef>
              <a:spcAft>
                <a:spcPts val="0"/>
              </a:spcAft>
              <a:buClr>
                <a:srgbClr val="0072FF"/>
              </a:buClr>
              <a:buSzPts val="3700"/>
              <a:buFont typeface="Times New Roman"/>
              <a:buNone/>
            </a:pPr>
            <a:r>
              <a:rPr lang="vi-VN" sz="3700"/>
              <a:t>1. TỔNG QUAN ĐỀ TÀI</a:t>
            </a:r>
            <a:endParaRPr/>
          </a:p>
        </p:txBody>
      </p:sp>
      <p:sp>
        <p:nvSpPr>
          <p:cNvPr id="520" name="Google Shape;520;p3">
            <a:extLst>
              <a:ext uri="{FF2B5EF4-FFF2-40B4-BE49-F238E27FC236}">
                <a16:creationId xmlns:a16="http://schemas.microsoft.com/office/drawing/2014/main" id="{C7C65650-F43D-447D-BC06-9476DF4FDEBE}"/>
              </a:ext>
            </a:extLst>
          </p:cNvPr>
          <p:cNvSpPr txBox="1">
            <a:spLocks noGrp="1"/>
          </p:cNvSpPr>
          <p:nvPr>
            <p:ph type="body" idx="1"/>
          </p:nvPr>
        </p:nvSpPr>
        <p:spPr>
          <a:xfrm>
            <a:off x="774144" y="1225685"/>
            <a:ext cx="10655855" cy="5107021"/>
          </a:xfrm>
          <a:prstGeom prst="rect">
            <a:avLst/>
          </a:prstGeom>
          <a:noFill/>
          <a:ln>
            <a:noFill/>
          </a:ln>
        </p:spPr>
        <p:txBody>
          <a:bodyPr spcFirstLastPara="1" wrap="square" lIns="91425" tIns="45700" rIns="91425" bIns="45700" anchor="t" anchorCtr="0">
            <a:normAutofit fontScale="25000" lnSpcReduction="20000"/>
          </a:bodyPr>
          <a:lstStyle/>
          <a:p>
            <a:pPr marL="50800" indent="0">
              <a:buNone/>
            </a:pPr>
            <a:r>
              <a:rPr lang="vi-VN" sz="5500" b="1" dirty="0"/>
              <a:t>Thách thức khi triển khai trên Thiết bị Nhúng</a:t>
            </a:r>
            <a:endParaRPr lang="en-US" sz="5500" b="1" dirty="0"/>
          </a:p>
          <a:p>
            <a:pPr marL="50800" indent="0">
              <a:buNone/>
            </a:pPr>
            <a:endParaRPr lang="vi-VN" sz="5500" dirty="0"/>
          </a:p>
          <a:p>
            <a:pPr marL="50800" indent="0">
              <a:buNone/>
            </a:pPr>
            <a:r>
              <a:rPr lang="vi-VN" sz="5500" b="1" dirty="0"/>
              <a:t>Tài nguyên phần cứng hạn chế:</a:t>
            </a:r>
            <a:endParaRPr lang="vi-VN" sz="5500" dirty="0"/>
          </a:p>
          <a:p>
            <a:pPr marL="50800" indent="0">
              <a:buNone/>
            </a:pPr>
            <a:r>
              <a:rPr lang="en-US" sz="5500" dirty="0"/>
              <a:t>-	</a:t>
            </a:r>
            <a:r>
              <a:rPr lang="vi-VN" sz="5500" dirty="0"/>
              <a:t>CPU ARM công suất thấp, RAM giới hạn, </a:t>
            </a:r>
            <a:endParaRPr lang="en-US" sz="5500" dirty="0"/>
          </a:p>
          <a:p>
            <a:pPr marL="50800" indent="0">
              <a:buNone/>
            </a:pPr>
            <a:r>
              <a:rPr lang="en-US" sz="5500" dirty="0"/>
              <a:t>-	</a:t>
            </a:r>
            <a:r>
              <a:rPr lang="vi-VN" sz="5500" dirty="0"/>
              <a:t>Khó khăn trong việc chạy các mô hình AI nặng (như ResNet100, ArcFace gốc) ở tốc độ thời gian thực (Real-time).</a:t>
            </a:r>
            <a:endParaRPr lang="en-US" sz="5500" dirty="0"/>
          </a:p>
          <a:p>
            <a:pPr marL="50800" indent="0">
              <a:buNone/>
            </a:pPr>
            <a:r>
              <a:rPr lang="vi-VN" sz="5500" b="1" dirty="0"/>
              <a:t>Thách thức về môi trường:</a:t>
            </a:r>
            <a:endParaRPr lang="vi-VN" sz="5500" dirty="0"/>
          </a:p>
          <a:p>
            <a:pPr marL="50800" indent="0">
              <a:buNone/>
            </a:pPr>
            <a:r>
              <a:rPr lang="en-US" sz="5500" dirty="0"/>
              <a:t>-	</a:t>
            </a:r>
            <a:r>
              <a:rPr lang="vi-VN" sz="5500" dirty="0"/>
              <a:t>Ánh sáng phức tạp (ngược sáng, thiếu sáng).</a:t>
            </a:r>
          </a:p>
          <a:p>
            <a:pPr marL="50800" indent="0">
              <a:buNone/>
            </a:pPr>
            <a:r>
              <a:rPr lang="en-US" sz="5500" dirty="0"/>
              <a:t>-	</a:t>
            </a:r>
            <a:r>
              <a:rPr lang="vi-VN" sz="5500" dirty="0"/>
              <a:t>Góc mặt đa dạng, người dùng di chuyển liên tục gây nhòe ảnh (Motion blur).</a:t>
            </a:r>
            <a:endParaRPr lang="en-US" sz="5500" dirty="0"/>
          </a:p>
          <a:p>
            <a:pPr marL="50800" indent="0">
              <a:buNone/>
            </a:pPr>
            <a:r>
              <a:rPr lang="vi-VN" sz="5500" b="1" dirty="0"/>
              <a:t>Nhiệt độ &amp; Năng lượng:</a:t>
            </a:r>
            <a:r>
              <a:rPr lang="vi-VN" sz="5500" dirty="0"/>
              <a:t> Chạy AI liên tục làm thiết bị nóng lên, gây hiện tượng giảm xung nhịp (Thermal throttling).</a:t>
            </a:r>
            <a:endParaRPr lang="en-US" sz="5500" dirty="0"/>
          </a:p>
          <a:p>
            <a:endParaRPr lang="en-US" sz="5500" b="1" dirty="0"/>
          </a:p>
          <a:p>
            <a:pPr marL="50800" indent="0">
              <a:buNone/>
            </a:pPr>
            <a:r>
              <a:rPr lang="vi-VN" sz="5500" b="1" dirty="0"/>
              <a:t>Mục tiêu chính:</a:t>
            </a:r>
            <a:endParaRPr lang="vi-VN" sz="5500" dirty="0"/>
          </a:p>
          <a:p>
            <a:pPr marL="50800" indent="0">
              <a:buNone/>
            </a:pPr>
            <a:r>
              <a:rPr lang="vi-VN" sz="5500" dirty="0"/>
              <a:t>*   Xây dựng hoàn chỉnh một trạm (Kiosk) điểm danh bằng khuôn mặt chạy trên </a:t>
            </a:r>
            <a:r>
              <a:rPr lang="en-US" sz="5500" dirty="0" err="1"/>
              <a:t>thiết</a:t>
            </a:r>
            <a:r>
              <a:rPr lang="en-US" sz="5500" dirty="0"/>
              <a:t> </a:t>
            </a:r>
            <a:r>
              <a:rPr lang="en-US" sz="5500" dirty="0" err="1"/>
              <a:t>bị</a:t>
            </a:r>
            <a:r>
              <a:rPr lang="en-US" sz="5500" dirty="0"/>
              <a:t> </a:t>
            </a:r>
            <a:r>
              <a:rPr lang="en-US" sz="5500" dirty="0" err="1"/>
              <a:t>biên</a:t>
            </a:r>
            <a:endParaRPr lang="en-US" sz="5500" dirty="0"/>
          </a:p>
          <a:p>
            <a:pPr marL="50800" indent="0">
              <a:buNone/>
            </a:pPr>
            <a:r>
              <a:rPr lang="vi-VN" sz="5500" dirty="0"/>
              <a:t>*   Tối ưu hóa Pipeline phần mềm để đạt độ trễ thấp nhưng vẫn giữ độ chính xác cao</a:t>
            </a:r>
            <a:r>
              <a:rPr lang="en-US" sz="5500" dirty="0"/>
              <a:t>, </a:t>
            </a:r>
            <a:r>
              <a:rPr lang="en-US" sz="5500" dirty="0" err="1"/>
              <a:t>thân</a:t>
            </a:r>
            <a:r>
              <a:rPr lang="en-US" sz="5500" dirty="0"/>
              <a:t> </a:t>
            </a:r>
            <a:r>
              <a:rPr lang="en-US" sz="5500" dirty="0" err="1"/>
              <a:t>thiện</a:t>
            </a:r>
            <a:r>
              <a:rPr lang="en-US" sz="5500" dirty="0"/>
              <a:t> </a:t>
            </a:r>
            <a:r>
              <a:rPr lang="en-US" sz="5500" dirty="0" err="1"/>
              <a:t>với</a:t>
            </a:r>
            <a:r>
              <a:rPr lang="en-US" sz="5500" dirty="0"/>
              <a:t> </a:t>
            </a:r>
            <a:r>
              <a:rPr lang="en-US" sz="5500" dirty="0" err="1"/>
              <a:t>người</a:t>
            </a:r>
            <a:r>
              <a:rPr lang="en-US" sz="5500" dirty="0"/>
              <a:t> </a:t>
            </a:r>
            <a:r>
              <a:rPr lang="en-US" sz="5500" dirty="0" err="1"/>
              <a:t>dùng</a:t>
            </a:r>
            <a:endParaRPr lang="en-US" sz="5500" dirty="0"/>
          </a:p>
          <a:p>
            <a:pPr marL="50800" indent="0">
              <a:buNone/>
            </a:pPr>
            <a:endParaRPr lang="en-US" sz="5500" dirty="0"/>
          </a:p>
          <a:p>
            <a:pPr marL="50800" indent="0">
              <a:buNone/>
            </a:pPr>
            <a:r>
              <a:rPr lang="vi-VN" sz="5500" b="1" dirty="0"/>
              <a:t>Phương pháp giải quyết:</a:t>
            </a:r>
            <a:endParaRPr lang="vi-VN" sz="5500" dirty="0"/>
          </a:p>
          <a:p>
            <a:pPr marL="50800" indent="0">
              <a:buNone/>
            </a:pPr>
            <a:r>
              <a:rPr lang="vi-VN" sz="5500" dirty="0"/>
              <a:t>*   Sử dụng các mô hình AI siêu nhẹ được thiết kế riêng cho Edge/Mobile (YuNet, SFace, FaceLiVT).</a:t>
            </a:r>
          </a:p>
          <a:p>
            <a:pPr marL="50800" indent="0">
              <a:buNone/>
            </a:pPr>
            <a:r>
              <a:rPr lang="vi-VN" sz="5500" dirty="0"/>
              <a:t>*   Áp dụng thuật toán chọn lọc khung hình (Best Frame Selector) để lọc ảnh nhiễu trước khi nhận diện.</a:t>
            </a:r>
            <a:endParaRPr lang="en-US" sz="5500" dirty="0"/>
          </a:p>
          <a:p>
            <a:pPr marL="50800" indent="0">
              <a:buNone/>
            </a:pPr>
            <a:r>
              <a:rPr lang="vi-VN" sz="5500" dirty="0"/>
              <a:t>*   Quản lý cơ sở dữ liệu và chống điểm danh spam (State Machine).</a:t>
            </a:r>
          </a:p>
          <a:p>
            <a:pPr marL="50800" indent="0">
              <a:buNone/>
            </a:pPr>
            <a:br>
              <a:rPr lang="vi-VN" dirty="0"/>
            </a:br>
            <a:endParaRPr lang="vi-VN" dirty="0"/>
          </a:p>
          <a:p>
            <a:endParaRPr lang="vi-VN" dirty="0"/>
          </a:p>
          <a:p>
            <a:pPr marL="50800" indent="0">
              <a:buNone/>
            </a:pPr>
            <a:endParaRPr dirty="0"/>
          </a:p>
        </p:txBody>
      </p:sp>
      <p:sp>
        <p:nvSpPr>
          <p:cNvPr id="521" name="Google Shape;521;p3">
            <a:extLst>
              <a:ext uri="{FF2B5EF4-FFF2-40B4-BE49-F238E27FC236}">
                <a16:creationId xmlns:a16="http://schemas.microsoft.com/office/drawing/2014/main" id="{B0035C3F-01BE-79C2-C04B-24565C4CBCA6}"/>
              </a:ext>
            </a:extLst>
          </p:cNvPr>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vi-VN"/>
              <a:t>Trường Đại học Công nghệ Thông tin, ĐHQG-HCM</a:t>
            </a:r>
            <a:endParaRPr/>
          </a:p>
        </p:txBody>
      </p:sp>
      <p:sp>
        <p:nvSpPr>
          <p:cNvPr id="522" name="Google Shape;522;p3">
            <a:extLst>
              <a:ext uri="{FF2B5EF4-FFF2-40B4-BE49-F238E27FC236}">
                <a16:creationId xmlns:a16="http://schemas.microsoft.com/office/drawing/2014/main" id="{B2D8AA02-B163-B22A-7B7D-61A248FE32C7}"/>
              </a:ext>
            </a:extLst>
          </p:cNvPr>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vi-VN"/>
              <a:t>4</a:t>
            </a:fld>
            <a:endParaRPr/>
          </a:p>
        </p:txBody>
      </p:sp>
    </p:spTree>
    <p:extLst>
      <p:ext uri="{BB962C8B-B14F-4D97-AF65-F5344CB8AC3E}">
        <p14:creationId xmlns:p14="http://schemas.microsoft.com/office/powerpoint/2010/main" val="12667985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27">
          <a:extLst>
            <a:ext uri="{FF2B5EF4-FFF2-40B4-BE49-F238E27FC236}">
              <a16:creationId xmlns:a16="http://schemas.microsoft.com/office/drawing/2014/main" id="{27B31CC0-E387-79D4-CB7F-FA34CD120C7A}"/>
            </a:ext>
          </a:extLst>
        </p:cNvPr>
        <p:cNvGrpSpPr/>
        <p:nvPr/>
      </p:nvGrpSpPr>
      <p:grpSpPr>
        <a:xfrm>
          <a:off x="0" y="0"/>
          <a:ext cx="0" cy="0"/>
          <a:chOff x="0" y="0"/>
          <a:chExt cx="0" cy="0"/>
        </a:xfrm>
      </p:grpSpPr>
      <p:sp>
        <p:nvSpPr>
          <p:cNvPr id="528" name="Google Shape;528;p4">
            <a:extLst>
              <a:ext uri="{FF2B5EF4-FFF2-40B4-BE49-F238E27FC236}">
                <a16:creationId xmlns:a16="http://schemas.microsoft.com/office/drawing/2014/main" id="{314A00B1-E974-5351-FCD9-A918957890D1}"/>
              </a:ext>
            </a:extLst>
          </p:cNvPr>
          <p:cNvSpPr txBox="1">
            <a:spLocks noGrp="1"/>
          </p:cNvSpPr>
          <p:nvPr>
            <p:ph type="title"/>
          </p:nvPr>
        </p:nvSpPr>
        <p:spPr>
          <a:xfrm>
            <a:off x="774145" y="223964"/>
            <a:ext cx="10579655" cy="1357186"/>
          </a:xfrm>
          <a:prstGeom prst="rect">
            <a:avLst/>
          </a:prstGeom>
          <a:noFill/>
          <a:ln>
            <a:noFill/>
          </a:ln>
        </p:spPr>
        <p:txBody>
          <a:bodyPr spcFirstLastPara="1" wrap="square" lIns="91425" tIns="45700" rIns="91425" bIns="45700" anchor="ctr" anchorCtr="0">
            <a:noAutofit/>
          </a:bodyPr>
          <a:lstStyle/>
          <a:p>
            <a:pPr marL="0" lvl="0" indent="0" algn="l" rtl="0">
              <a:lnSpc>
                <a:spcPct val="120000"/>
              </a:lnSpc>
              <a:spcBef>
                <a:spcPts val="0"/>
              </a:spcBef>
              <a:spcAft>
                <a:spcPts val="0"/>
              </a:spcAft>
              <a:buClr>
                <a:srgbClr val="0072FF"/>
              </a:buClr>
              <a:buSzPts val="3700"/>
              <a:buFont typeface="Times New Roman"/>
              <a:buNone/>
            </a:pPr>
            <a:r>
              <a:rPr lang="vi-VN" sz="3700" dirty="0"/>
              <a:t>2. CƠ SỞ LÝ THUYẾT</a:t>
            </a:r>
            <a:endParaRPr dirty="0"/>
          </a:p>
        </p:txBody>
      </p:sp>
      <p:sp>
        <p:nvSpPr>
          <p:cNvPr id="529" name="Google Shape;529;p4">
            <a:extLst>
              <a:ext uri="{FF2B5EF4-FFF2-40B4-BE49-F238E27FC236}">
                <a16:creationId xmlns:a16="http://schemas.microsoft.com/office/drawing/2014/main" id="{217D4381-6BC2-CAC4-C47F-1BF7D2559002}"/>
              </a:ext>
            </a:extLst>
          </p:cNvPr>
          <p:cNvSpPr txBox="1">
            <a:spLocks noGrp="1"/>
          </p:cNvSpPr>
          <p:nvPr>
            <p:ph type="body" idx="1"/>
          </p:nvPr>
        </p:nvSpPr>
        <p:spPr>
          <a:xfrm>
            <a:off x="774144" y="1809750"/>
            <a:ext cx="10655855" cy="4158343"/>
          </a:xfrm>
          <a:prstGeom prst="rect">
            <a:avLst/>
          </a:prstGeom>
          <a:noFill/>
          <a:ln>
            <a:noFill/>
          </a:ln>
        </p:spPr>
        <p:txBody>
          <a:bodyPr spcFirstLastPara="1" wrap="square" lIns="91425" tIns="45700" rIns="91425" bIns="45700" anchor="t" anchorCtr="0">
            <a:normAutofit fontScale="62500" lnSpcReduction="20000"/>
          </a:bodyPr>
          <a:lstStyle/>
          <a:p>
            <a:pPr marL="50800" indent="0">
              <a:buNone/>
            </a:pPr>
            <a:r>
              <a:rPr lang="en-US" b="1" dirty="0"/>
              <a:t>T</a:t>
            </a:r>
            <a:r>
              <a:rPr lang="vi-VN" b="1" dirty="0"/>
              <a:t>ổng quan Bài toán Face Recognition</a:t>
            </a:r>
            <a:endParaRPr lang="vi-VN" dirty="0"/>
          </a:p>
          <a:p>
            <a:pPr marL="50800" indent="0">
              <a:buNone/>
            </a:pPr>
            <a:r>
              <a:rPr lang="vi-VN" dirty="0"/>
              <a:t>Nhận diện khuôn mặt là bài toán xác minh (Verification: 1:1) hoặc nhận dạng (Identification: 1:N).</a:t>
            </a:r>
          </a:p>
          <a:p>
            <a:pPr marL="50800" indent="0">
              <a:buNone/>
            </a:pPr>
            <a:endParaRPr lang="en-US" b="1" dirty="0"/>
          </a:p>
          <a:p>
            <a:pPr marL="50800" indent="0">
              <a:buNone/>
            </a:pPr>
            <a:r>
              <a:rPr lang="vi-VN" b="1" dirty="0"/>
              <a:t>Quy trình chuẩn (4 bước):</a:t>
            </a:r>
            <a:endParaRPr lang="vi-VN" dirty="0"/>
          </a:p>
          <a:p>
            <a:pPr marL="50800" indent="0">
              <a:buNone/>
            </a:pPr>
            <a:r>
              <a:rPr lang="vi-VN" dirty="0"/>
              <a:t> 1.  </a:t>
            </a:r>
            <a:r>
              <a:rPr lang="vi-VN" b="1" dirty="0"/>
              <a:t>Face Detection:</a:t>
            </a:r>
            <a:r>
              <a:rPr lang="vi-VN" dirty="0"/>
              <a:t> Tìm vị trí khuôn mặt trong ảnh (Bounding Box) và các điểm đặc trưng (Landmarks).</a:t>
            </a:r>
          </a:p>
          <a:p>
            <a:pPr marL="50800" indent="0">
              <a:buNone/>
            </a:pPr>
            <a:r>
              <a:rPr lang="vi-VN" dirty="0"/>
              <a:t>2.  </a:t>
            </a:r>
            <a:r>
              <a:rPr lang="vi-VN" b="1" dirty="0"/>
              <a:t>Face Alignment:</a:t>
            </a:r>
            <a:r>
              <a:rPr lang="en-US" b="1" dirty="0"/>
              <a:t> </a:t>
            </a:r>
            <a:r>
              <a:rPr lang="vi-VN" dirty="0"/>
              <a:t>Căn chỉnh (xoay, thu phóng) khuôn mặt về một chuẩn chung dựa trên landmarks.</a:t>
            </a:r>
          </a:p>
          <a:p>
            <a:pPr marL="50800" indent="0">
              <a:buNone/>
            </a:pPr>
            <a:r>
              <a:rPr lang="vi-VN" dirty="0"/>
              <a:t>3.  </a:t>
            </a:r>
            <a:r>
              <a:rPr lang="vi-VN" b="1" dirty="0"/>
              <a:t>Feature Extraction:</a:t>
            </a:r>
            <a:r>
              <a:rPr lang="en-US" b="1" dirty="0"/>
              <a:t> </a:t>
            </a:r>
            <a:r>
              <a:rPr lang="vi-VN" dirty="0"/>
              <a:t>Chuyển đổi ảnh khuôn mặt thành một vector đặc trưng (Embedding vector) biểu diễn danh tính.</a:t>
            </a:r>
          </a:p>
          <a:p>
            <a:pPr marL="50800" indent="0">
              <a:buNone/>
            </a:pPr>
            <a:r>
              <a:rPr lang="vi-VN" dirty="0"/>
              <a:t>4.  </a:t>
            </a:r>
            <a:r>
              <a:rPr lang="vi-VN" b="1" dirty="0"/>
              <a:t>Matching:</a:t>
            </a:r>
            <a:r>
              <a:rPr lang="vi-VN" dirty="0"/>
              <a:t> So sánh khoảng cách giữa các vectors để quyết định xem có cùng một người hay không.</a:t>
            </a:r>
          </a:p>
          <a:p>
            <a:pPr marL="0" lvl="0" indent="0" algn="just" rtl="0">
              <a:lnSpc>
                <a:spcPct val="130000"/>
              </a:lnSpc>
              <a:spcBef>
                <a:spcPts val="0"/>
              </a:spcBef>
              <a:spcAft>
                <a:spcPts val="0"/>
              </a:spcAft>
              <a:buClr>
                <a:schemeClr val="dk1"/>
              </a:buClr>
              <a:buSzPts val="2800"/>
              <a:buNone/>
            </a:pPr>
            <a:endParaRPr dirty="0"/>
          </a:p>
        </p:txBody>
      </p:sp>
      <p:sp>
        <p:nvSpPr>
          <p:cNvPr id="530" name="Google Shape;530;p4">
            <a:extLst>
              <a:ext uri="{FF2B5EF4-FFF2-40B4-BE49-F238E27FC236}">
                <a16:creationId xmlns:a16="http://schemas.microsoft.com/office/drawing/2014/main" id="{8FD4FC1A-7E81-CD06-3270-45B51C435623}"/>
              </a:ext>
            </a:extLst>
          </p:cNvPr>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vi-VN"/>
              <a:t>Trường Đại học Công nghệ Thông tin, ĐHQG-HCM</a:t>
            </a:r>
            <a:endParaRPr/>
          </a:p>
        </p:txBody>
      </p:sp>
      <p:sp>
        <p:nvSpPr>
          <p:cNvPr id="531" name="Google Shape;531;p4">
            <a:extLst>
              <a:ext uri="{FF2B5EF4-FFF2-40B4-BE49-F238E27FC236}">
                <a16:creationId xmlns:a16="http://schemas.microsoft.com/office/drawing/2014/main" id="{5E732A51-4F74-FFB5-4BE1-41CFDBD2EF7C}"/>
              </a:ext>
            </a:extLst>
          </p:cNvPr>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vi-VN"/>
              <a:t>5</a:t>
            </a:fld>
            <a:endParaRPr/>
          </a:p>
        </p:txBody>
      </p:sp>
    </p:spTree>
    <p:extLst>
      <p:ext uri="{BB962C8B-B14F-4D97-AF65-F5344CB8AC3E}">
        <p14:creationId xmlns:p14="http://schemas.microsoft.com/office/powerpoint/2010/main" val="3435897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27">
          <a:extLst>
            <a:ext uri="{FF2B5EF4-FFF2-40B4-BE49-F238E27FC236}">
              <a16:creationId xmlns:a16="http://schemas.microsoft.com/office/drawing/2014/main" id="{4865ACA7-5FF6-C014-2EBB-92FCF4E8E3B7}"/>
            </a:ext>
          </a:extLst>
        </p:cNvPr>
        <p:cNvGrpSpPr/>
        <p:nvPr/>
      </p:nvGrpSpPr>
      <p:grpSpPr>
        <a:xfrm>
          <a:off x="0" y="0"/>
          <a:ext cx="0" cy="0"/>
          <a:chOff x="0" y="0"/>
          <a:chExt cx="0" cy="0"/>
        </a:xfrm>
      </p:grpSpPr>
      <p:sp>
        <p:nvSpPr>
          <p:cNvPr id="528" name="Google Shape;528;p4">
            <a:extLst>
              <a:ext uri="{FF2B5EF4-FFF2-40B4-BE49-F238E27FC236}">
                <a16:creationId xmlns:a16="http://schemas.microsoft.com/office/drawing/2014/main" id="{A96C15E8-6E48-FFA4-035E-B295FE848288}"/>
              </a:ext>
            </a:extLst>
          </p:cNvPr>
          <p:cNvSpPr txBox="1">
            <a:spLocks noGrp="1"/>
          </p:cNvSpPr>
          <p:nvPr>
            <p:ph type="title"/>
          </p:nvPr>
        </p:nvSpPr>
        <p:spPr>
          <a:xfrm>
            <a:off x="774145" y="223964"/>
            <a:ext cx="10579655" cy="1357186"/>
          </a:xfrm>
          <a:prstGeom prst="rect">
            <a:avLst/>
          </a:prstGeom>
          <a:noFill/>
          <a:ln>
            <a:noFill/>
          </a:ln>
        </p:spPr>
        <p:txBody>
          <a:bodyPr spcFirstLastPara="1" wrap="square" lIns="91425" tIns="45700" rIns="91425" bIns="45700" anchor="ctr" anchorCtr="0">
            <a:noAutofit/>
          </a:bodyPr>
          <a:lstStyle/>
          <a:p>
            <a:pPr marL="0" lvl="0" indent="0" algn="l" rtl="0">
              <a:lnSpc>
                <a:spcPct val="120000"/>
              </a:lnSpc>
              <a:spcBef>
                <a:spcPts val="0"/>
              </a:spcBef>
              <a:spcAft>
                <a:spcPts val="0"/>
              </a:spcAft>
              <a:buClr>
                <a:srgbClr val="0072FF"/>
              </a:buClr>
              <a:buSzPts val="3700"/>
              <a:buFont typeface="Times New Roman"/>
              <a:buNone/>
            </a:pPr>
            <a:r>
              <a:rPr lang="vi-VN" sz="3700"/>
              <a:t>2. CƠ SỞ LÝ THUYẾT</a:t>
            </a:r>
            <a:endParaRPr/>
          </a:p>
        </p:txBody>
      </p:sp>
      <p:sp>
        <p:nvSpPr>
          <p:cNvPr id="529" name="Google Shape;529;p4">
            <a:extLst>
              <a:ext uri="{FF2B5EF4-FFF2-40B4-BE49-F238E27FC236}">
                <a16:creationId xmlns:a16="http://schemas.microsoft.com/office/drawing/2014/main" id="{9F025B02-502D-0A6B-47EC-9877758B7DFA}"/>
              </a:ext>
            </a:extLst>
          </p:cNvPr>
          <p:cNvSpPr txBox="1">
            <a:spLocks noGrp="1"/>
          </p:cNvSpPr>
          <p:nvPr>
            <p:ph type="body" idx="1"/>
          </p:nvPr>
        </p:nvSpPr>
        <p:spPr>
          <a:xfrm>
            <a:off x="774144" y="1809750"/>
            <a:ext cx="10655855" cy="4158343"/>
          </a:xfrm>
          <a:prstGeom prst="rect">
            <a:avLst/>
          </a:prstGeom>
          <a:noFill/>
          <a:ln>
            <a:noFill/>
          </a:ln>
        </p:spPr>
        <p:txBody>
          <a:bodyPr spcFirstLastPara="1" wrap="square" lIns="91425" tIns="45700" rIns="91425" bIns="45700" anchor="t" anchorCtr="0">
            <a:normAutofit fontScale="47500" lnSpcReduction="20000"/>
          </a:bodyPr>
          <a:lstStyle/>
          <a:p>
            <a:pPr marL="50800" indent="0">
              <a:buNone/>
            </a:pPr>
            <a:r>
              <a:rPr lang="vi-VN" b="1" dirty="0"/>
              <a:t>Mạng Neural Tích chập (CNN) và Margin-based Loss</a:t>
            </a:r>
            <a:endParaRPr lang="vi-VN" dirty="0"/>
          </a:p>
          <a:p>
            <a:pPr marL="50800" indent="0">
              <a:buNone/>
            </a:pPr>
            <a:r>
              <a:rPr lang="vi-VN" b="1" dirty="0"/>
              <a:t>Kiến trúc mạng (Backbones):</a:t>
            </a:r>
            <a:endParaRPr lang="en-US" b="1" dirty="0"/>
          </a:p>
          <a:p>
            <a:pPr marL="50800" indent="0">
              <a:buNone/>
            </a:pPr>
            <a:r>
              <a:rPr lang="en-US" dirty="0"/>
              <a:t>-	</a:t>
            </a:r>
            <a:r>
              <a:rPr lang="vi-VN" dirty="0"/>
              <a:t>Sử dụng CNN (Convolutional Neural Networks) để trích xuất đặc trưng.</a:t>
            </a:r>
            <a:endParaRPr lang="en-US" dirty="0"/>
          </a:p>
          <a:p>
            <a:pPr marL="50800" indent="0">
              <a:buNone/>
            </a:pPr>
            <a:r>
              <a:rPr lang="en-US" dirty="0"/>
              <a:t>-	</a:t>
            </a:r>
            <a:r>
              <a:rPr lang="vi-VN" dirty="0"/>
              <a:t>Hệ thống nhúng ưu tiên các mạng như MobileNet, ShuffleNet thay vì ResNet nặng nề.</a:t>
            </a:r>
            <a:endParaRPr lang="en-US" dirty="0"/>
          </a:p>
          <a:p>
            <a:pPr marL="50800" indent="0">
              <a:buNone/>
            </a:pPr>
            <a:r>
              <a:rPr lang="vi-VN" b="1" dirty="0"/>
              <a:t>Hàm mất mát (Loss Functions):</a:t>
            </a:r>
            <a:endParaRPr lang="en-US" b="1" dirty="0"/>
          </a:p>
          <a:p>
            <a:pPr marL="50800" indent="0">
              <a:buNone/>
            </a:pPr>
            <a:r>
              <a:rPr lang="en-US" dirty="0"/>
              <a:t>-	</a:t>
            </a:r>
            <a:r>
              <a:rPr lang="vi-VN" dirty="0"/>
              <a:t>Softmax thông thường không đủ tốt cho nhận diện khuôn mặt (không tối ưu được khoảng cách không gian).</a:t>
            </a:r>
          </a:p>
          <a:p>
            <a:pPr marL="50800" indent="0">
              <a:buNone/>
            </a:pPr>
            <a:r>
              <a:rPr lang="en-US" sz="2700" dirty="0"/>
              <a:t>-	</a:t>
            </a:r>
            <a:r>
              <a:rPr lang="vi-VN" sz="2700" dirty="0"/>
              <a:t>Margin-based Loss (ArcFace, CosFace): Ép các ảnh của cùng một người tụ lại gần nhau hơn, và đẩy các ảnh của người khác ra xa nhau trên không gian hình cầu (Hypersphere).</a:t>
            </a:r>
            <a:endParaRPr lang="en-US" sz="2700" dirty="0"/>
          </a:p>
          <a:p>
            <a:pPr marL="50800" indent="0">
              <a:buNone/>
            </a:pPr>
            <a:endParaRPr lang="en-US" sz="2700" dirty="0"/>
          </a:p>
          <a:p>
            <a:pPr marL="50800" indent="0">
              <a:buNone/>
            </a:pPr>
            <a:r>
              <a:rPr lang="vi-VN" b="1" dirty="0"/>
              <a:t>Vector Đặc trưng (Embedding) &amp; Metric Learning</a:t>
            </a:r>
            <a:endParaRPr lang="vi-VN" dirty="0"/>
          </a:p>
          <a:p>
            <a:pPr marL="50800" indent="0">
              <a:buNone/>
            </a:pPr>
            <a:endParaRPr lang="en-US" b="1" dirty="0"/>
          </a:p>
          <a:p>
            <a:pPr marL="50800" indent="0">
              <a:buNone/>
            </a:pPr>
            <a:r>
              <a:rPr lang="vi-VN" b="1" dirty="0"/>
              <a:t>Embedding là gì?</a:t>
            </a:r>
            <a:r>
              <a:rPr lang="en-US" b="1" dirty="0"/>
              <a:t> </a:t>
            </a:r>
            <a:r>
              <a:rPr lang="vi-VN" dirty="0"/>
              <a:t>Là một mảng các số thực (Ví dụ: 128 chiều hoặc 512/1284 chiều). Đại diện cho </a:t>
            </a:r>
            <a:r>
              <a:rPr lang="en-US" dirty="0" err="1"/>
              <a:t>đặc</a:t>
            </a:r>
            <a:r>
              <a:rPr lang="en-US" dirty="0"/>
              <a:t> </a:t>
            </a:r>
            <a:r>
              <a:rPr lang="en-US" dirty="0" err="1"/>
              <a:t>trưng</a:t>
            </a:r>
            <a:r>
              <a:rPr lang="en-US" dirty="0"/>
              <a:t> </a:t>
            </a:r>
            <a:r>
              <a:rPr lang="en-US" dirty="0" err="1"/>
              <a:t>khuôn</a:t>
            </a:r>
            <a:r>
              <a:rPr lang="en-US" dirty="0"/>
              <a:t> </a:t>
            </a:r>
            <a:r>
              <a:rPr lang="en-US" dirty="0" err="1"/>
              <a:t>mặt</a:t>
            </a:r>
            <a:r>
              <a:rPr lang="vi-VN" dirty="0"/>
              <a:t> của một người.</a:t>
            </a:r>
          </a:p>
          <a:p>
            <a:pPr marL="50800" indent="0">
              <a:buNone/>
            </a:pPr>
            <a:r>
              <a:rPr lang="vi-VN" b="1" dirty="0"/>
              <a:t>Metric Learning</a:t>
            </a:r>
            <a:r>
              <a:rPr lang="en-US" b="1" dirty="0"/>
              <a:t>:</a:t>
            </a:r>
          </a:p>
          <a:p>
            <a:pPr marL="50800" indent="0">
              <a:buNone/>
            </a:pPr>
            <a:r>
              <a:rPr lang="en-US" dirty="0"/>
              <a:t>-	</a:t>
            </a:r>
            <a:r>
              <a:rPr lang="vi-VN" dirty="0"/>
              <a:t>Khoảng cách Euclid (Euclidean Distance): Tính độ dài đường thẳng giữa 2 điểm.</a:t>
            </a:r>
            <a:endParaRPr lang="en-US" dirty="0"/>
          </a:p>
          <a:p>
            <a:pPr marL="50800" indent="0">
              <a:buNone/>
            </a:pPr>
            <a:r>
              <a:rPr lang="en-US" dirty="0"/>
              <a:t>-	</a:t>
            </a:r>
            <a:r>
              <a:rPr lang="vi-VN" dirty="0"/>
              <a:t>Độ tương tự Cosine (Cosine Similarity):</a:t>
            </a:r>
            <a:r>
              <a:rPr lang="en-US" dirty="0"/>
              <a:t> </a:t>
            </a:r>
            <a:r>
              <a:rPr lang="vi-VN" dirty="0"/>
              <a:t>Đo góc giữa 2 vectors. Phổ biến nhất trong Face Recognition. Giá trị từ -1 đến 1 (càng gần 1 càng giống nhau).</a:t>
            </a:r>
            <a:endParaRPr lang="en-US" dirty="0"/>
          </a:p>
          <a:p>
            <a:pPr>
              <a:buFontTx/>
              <a:buChar char="-"/>
            </a:pPr>
            <a:endParaRPr lang="vi-VN" dirty="0"/>
          </a:p>
          <a:p>
            <a:pPr marL="50800" indent="0">
              <a:buNone/>
            </a:pPr>
            <a:endParaRPr dirty="0"/>
          </a:p>
        </p:txBody>
      </p:sp>
      <p:sp>
        <p:nvSpPr>
          <p:cNvPr id="530" name="Google Shape;530;p4">
            <a:extLst>
              <a:ext uri="{FF2B5EF4-FFF2-40B4-BE49-F238E27FC236}">
                <a16:creationId xmlns:a16="http://schemas.microsoft.com/office/drawing/2014/main" id="{8F6DEEA6-2523-4AD7-FA20-0A7123A25404}"/>
              </a:ext>
            </a:extLst>
          </p:cNvPr>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vi-VN"/>
              <a:t>Trường Đại học Công nghệ Thông tin, ĐHQG-HCM</a:t>
            </a:r>
            <a:endParaRPr/>
          </a:p>
        </p:txBody>
      </p:sp>
      <p:sp>
        <p:nvSpPr>
          <p:cNvPr id="531" name="Google Shape;531;p4">
            <a:extLst>
              <a:ext uri="{FF2B5EF4-FFF2-40B4-BE49-F238E27FC236}">
                <a16:creationId xmlns:a16="http://schemas.microsoft.com/office/drawing/2014/main" id="{C9939325-5E58-0ACA-D720-45F8C25D8627}"/>
              </a:ext>
            </a:extLst>
          </p:cNvPr>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vi-VN"/>
              <a:t>6</a:t>
            </a:fld>
            <a:endParaRPr/>
          </a:p>
        </p:txBody>
      </p:sp>
    </p:spTree>
    <p:extLst>
      <p:ext uri="{BB962C8B-B14F-4D97-AF65-F5344CB8AC3E}">
        <p14:creationId xmlns:p14="http://schemas.microsoft.com/office/powerpoint/2010/main" val="22516172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36">
          <a:extLst>
            <a:ext uri="{FF2B5EF4-FFF2-40B4-BE49-F238E27FC236}">
              <a16:creationId xmlns:a16="http://schemas.microsoft.com/office/drawing/2014/main" id="{1461665D-A6BC-3992-82D4-3026AF1BF429}"/>
            </a:ext>
          </a:extLst>
        </p:cNvPr>
        <p:cNvGrpSpPr/>
        <p:nvPr/>
      </p:nvGrpSpPr>
      <p:grpSpPr>
        <a:xfrm>
          <a:off x="0" y="0"/>
          <a:ext cx="0" cy="0"/>
          <a:chOff x="0" y="0"/>
          <a:chExt cx="0" cy="0"/>
        </a:xfrm>
      </p:grpSpPr>
      <p:sp>
        <p:nvSpPr>
          <p:cNvPr id="537" name="Google Shape;537;p5">
            <a:extLst>
              <a:ext uri="{FF2B5EF4-FFF2-40B4-BE49-F238E27FC236}">
                <a16:creationId xmlns:a16="http://schemas.microsoft.com/office/drawing/2014/main" id="{A4EF8B3B-F000-F6D8-3063-59F59D18691C}"/>
              </a:ext>
            </a:extLst>
          </p:cNvPr>
          <p:cNvSpPr txBox="1">
            <a:spLocks noGrp="1"/>
          </p:cNvSpPr>
          <p:nvPr>
            <p:ph type="title"/>
          </p:nvPr>
        </p:nvSpPr>
        <p:spPr>
          <a:xfrm>
            <a:off x="774145" y="223964"/>
            <a:ext cx="10579655" cy="1357186"/>
          </a:xfrm>
          <a:prstGeom prst="rect">
            <a:avLst/>
          </a:prstGeom>
          <a:noFill/>
          <a:ln>
            <a:noFill/>
          </a:ln>
        </p:spPr>
        <p:txBody>
          <a:bodyPr spcFirstLastPara="1" wrap="square" lIns="91425" tIns="45700" rIns="91425" bIns="45700" anchor="ctr" anchorCtr="0">
            <a:noAutofit/>
          </a:bodyPr>
          <a:lstStyle/>
          <a:p>
            <a:pPr marL="0" lvl="0" indent="0" algn="l" rtl="0">
              <a:lnSpc>
                <a:spcPct val="120000"/>
              </a:lnSpc>
              <a:spcBef>
                <a:spcPts val="0"/>
              </a:spcBef>
              <a:spcAft>
                <a:spcPts val="0"/>
              </a:spcAft>
              <a:buClr>
                <a:srgbClr val="0072FF"/>
              </a:buClr>
              <a:buSzPts val="3700"/>
              <a:buFont typeface="Times New Roman"/>
              <a:buNone/>
            </a:pPr>
            <a:r>
              <a:rPr lang="vi-VN" sz="3700"/>
              <a:t>3. PHÂN TÍCH VÀ THIẾT KẾ HỆ THỐNG</a:t>
            </a:r>
            <a:endParaRPr/>
          </a:p>
        </p:txBody>
      </p:sp>
      <p:sp>
        <p:nvSpPr>
          <p:cNvPr id="538" name="Google Shape;538;p5">
            <a:extLst>
              <a:ext uri="{FF2B5EF4-FFF2-40B4-BE49-F238E27FC236}">
                <a16:creationId xmlns:a16="http://schemas.microsoft.com/office/drawing/2014/main" id="{F5BE6EA4-0431-D1F0-E7B3-73B70105DCB9}"/>
              </a:ext>
            </a:extLst>
          </p:cNvPr>
          <p:cNvSpPr txBox="1">
            <a:spLocks noGrp="1"/>
          </p:cNvSpPr>
          <p:nvPr>
            <p:ph type="body" idx="1"/>
          </p:nvPr>
        </p:nvSpPr>
        <p:spPr>
          <a:xfrm>
            <a:off x="774144" y="1809750"/>
            <a:ext cx="10655855" cy="4158343"/>
          </a:xfrm>
          <a:prstGeom prst="rect">
            <a:avLst/>
          </a:prstGeom>
          <a:noFill/>
          <a:ln>
            <a:noFill/>
          </a:ln>
        </p:spPr>
        <p:txBody>
          <a:bodyPr spcFirstLastPara="1" wrap="square" lIns="91425" tIns="45700" rIns="91425" bIns="45700" anchor="t" anchorCtr="0">
            <a:normAutofit fontScale="77500" lnSpcReduction="20000"/>
          </a:bodyPr>
          <a:lstStyle/>
          <a:p>
            <a:pPr marL="50800" indent="0">
              <a:buNone/>
            </a:pPr>
            <a:r>
              <a:rPr lang="vi-VN" b="1" dirty="0"/>
              <a:t>Tech Stack (Công nghệ sử dụng)</a:t>
            </a:r>
            <a:endParaRPr lang="vi-VN" dirty="0"/>
          </a:p>
          <a:p>
            <a:pPr marL="50800" indent="0">
              <a:buNone/>
            </a:pPr>
            <a:endParaRPr lang="en-US" b="1" dirty="0"/>
          </a:p>
          <a:p>
            <a:pPr lvl="1">
              <a:buFontTx/>
              <a:buChar char="-"/>
            </a:pPr>
            <a:r>
              <a:rPr lang="vi-VN" b="1" dirty="0"/>
              <a:t>Phần cứng:</a:t>
            </a:r>
            <a:r>
              <a:rPr lang="en-US" b="1" dirty="0"/>
              <a:t> </a:t>
            </a:r>
            <a:r>
              <a:rPr lang="vi-VN" dirty="0"/>
              <a:t>Raspberry Pi 4</a:t>
            </a:r>
            <a:r>
              <a:rPr lang="en-US" dirty="0"/>
              <a:t> 8Gb</a:t>
            </a:r>
            <a:r>
              <a:rPr lang="vi-VN" dirty="0"/>
              <a:t>, Camera USB/CSI.</a:t>
            </a:r>
            <a:endParaRPr lang="en-US" dirty="0"/>
          </a:p>
          <a:p>
            <a:pPr lvl="1">
              <a:buFontTx/>
              <a:buChar char="-"/>
            </a:pPr>
            <a:r>
              <a:rPr lang="vi-VN" b="1" dirty="0"/>
              <a:t>Ngôn ngữ lập trình:</a:t>
            </a:r>
            <a:r>
              <a:rPr lang="en-US" b="1" dirty="0"/>
              <a:t> </a:t>
            </a:r>
            <a:r>
              <a:rPr lang="vi-VN" dirty="0"/>
              <a:t>Python 3.</a:t>
            </a:r>
            <a:endParaRPr lang="en-US" dirty="0"/>
          </a:p>
          <a:p>
            <a:pPr lvl="1">
              <a:buFontTx/>
              <a:buChar char="-"/>
            </a:pPr>
            <a:r>
              <a:rPr lang="en-US" b="1" dirty="0"/>
              <a:t>Thư </a:t>
            </a:r>
            <a:r>
              <a:rPr lang="en-US" b="1" dirty="0" err="1"/>
              <a:t>viện</a:t>
            </a:r>
            <a:r>
              <a:rPr lang="en-US" b="1" dirty="0"/>
              <a:t> </a:t>
            </a:r>
            <a:r>
              <a:rPr lang="vi-VN" b="1" dirty="0"/>
              <a:t>Computer Vision </a:t>
            </a:r>
            <a:endParaRPr lang="en-US" b="1" dirty="0"/>
          </a:p>
          <a:p>
            <a:pPr marL="50800" indent="0">
              <a:buNone/>
            </a:pPr>
            <a:r>
              <a:rPr lang="en-US" dirty="0"/>
              <a:t>	+ </a:t>
            </a:r>
            <a:r>
              <a:rPr lang="vi-VN" dirty="0"/>
              <a:t>OpenCV (Xử lý ảnh, Căn chỉnh, SFace).</a:t>
            </a:r>
            <a:r>
              <a:rPr lang="en-US" dirty="0"/>
              <a:t>DNN</a:t>
            </a:r>
          </a:p>
          <a:p>
            <a:pPr marL="50800" indent="0">
              <a:buNone/>
            </a:pPr>
            <a:r>
              <a:rPr lang="en-US" dirty="0"/>
              <a:t>	+ </a:t>
            </a:r>
            <a:r>
              <a:rPr lang="vi-VN" dirty="0"/>
              <a:t>ONNX Runtime (Chạy inference cho mô hình FaceLiVT).</a:t>
            </a:r>
          </a:p>
          <a:p>
            <a:pPr marL="50800" indent="0">
              <a:buNone/>
            </a:pPr>
            <a:r>
              <a:rPr lang="en-US" b="1" dirty="0"/>
              <a:t>-	</a:t>
            </a:r>
            <a:r>
              <a:rPr lang="vi-VN" b="1" dirty="0"/>
              <a:t>Quản lý dữ liệu:</a:t>
            </a:r>
            <a:r>
              <a:rPr lang="en-US" b="1" dirty="0"/>
              <a:t> </a:t>
            </a:r>
            <a:r>
              <a:rPr lang="vi-VN" dirty="0"/>
              <a:t>SQLite3 (Lưu trữ Embeddings và Lịch sử điểm danh dưới dạng file gọn nhẹ).</a:t>
            </a:r>
          </a:p>
          <a:p>
            <a:pPr marL="50800" indent="0">
              <a:buNone/>
            </a:pPr>
            <a:r>
              <a:rPr lang="en-US" b="1" dirty="0"/>
              <a:t>-	</a:t>
            </a:r>
            <a:r>
              <a:rPr lang="vi-VN" b="1" dirty="0"/>
              <a:t>Giao diện (UI):</a:t>
            </a:r>
            <a:r>
              <a:rPr lang="en-US" b="1" dirty="0"/>
              <a:t> </a:t>
            </a:r>
            <a:r>
              <a:rPr lang="vi-VN" dirty="0"/>
              <a:t>PyQt5 hoặc </a:t>
            </a:r>
            <a:r>
              <a:rPr lang="en-US" dirty="0"/>
              <a:t>OpenCV </a:t>
            </a:r>
            <a:r>
              <a:rPr lang="vi-VN" dirty="0"/>
              <a:t>(hiển thị luồng video và thông báo).</a:t>
            </a:r>
          </a:p>
          <a:p>
            <a:pPr marL="228600" lvl="0" indent="-50800" algn="just" rtl="0">
              <a:lnSpc>
                <a:spcPct val="130000"/>
              </a:lnSpc>
              <a:spcBef>
                <a:spcPts val="600"/>
              </a:spcBef>
              <a:spcAft>
                <a:spcPts val="0"/>
              </a:spcAft>
              <a:buClr>
                <a:schemeClr val="dk1"/>
              </a:buClr>
              <a:buSzPts val="2800"/>
              <a:buNone/>
            </a:pPr>
            <a:endParaRPr dirty="0"/>
          </a:p>
        </p:txBody>
      </p:sp>
      <p:sp>
        <p:nvSpPr>
          <p:cNvPr id="539" name="Google Shape;539;p5">
            <a:extLst>
              <a:ext uri="{FF2B5EF4-FFF2-40B4-BE49-F238E27FC236}">
                <a16:creationId xmlns:a16="http://schemas.microsoft.com/office/drawing/2014/main" id="{03125A9A-8F10-9EAF-DF93-FB008C28862F}"/>
              </a:ext>
            </a:extLst>
          </p:cNvPr>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vi-VN"/>
              <a:t>Trường Đại học Công nghệ Thông tin, ĐHQG-HCM</a:t>
            </a:r>
            <a:endParaRPr/>
          </a:p>
        </p:txBody>
      </p:sp>
      <p:sp>
        <p:nvSpPr>
          <p:cNvPr id="540" name="Google Shape;540;p5">
            <a:extLst>
              <a:ext uri="{FF2B5EF4-FFF2-40B4-BE49-F238E27FC236}">
                <a16:creationId xmlns:a16="http://schemas.microsoft.com/office/drawing/2014/main" id="{E8A9C96B-CDFA-743C-89BA-FA4696BFB24D}"/>
              </a:ext>
            </a:extLst>
          </p:cNvPr>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vi-VN"/>
              <a:t>7</a:t>
            </a:fld>
            <a:endParaRPr/>
          </a:p>
        </p:txBody>
      </p:sp>
    </p:spTree>
    <p:extLst>
      <p:ext uri="{BB962C8B-B14F-4D97-AF65-F5344CB8AC3E}">
        <p14:creationId xmlns:p14="http://schemas.microsoft.com/office/powerpoint/2010/main" val="20689553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6"/>
          <p:cNvSpPr txBox="1">
            <a:spLocks noGrp="1"/>
          </p:cNvSpPr>
          <p:nvPr>
            <p:ph type="title"/>
          </p:nvPr>
        </p:nvSpPr>
        <p:spPr>
          <a:xfrm>
            <a:off x="774145" y="198801"/>
            <a:ext cx="10579655" cy="1357186"/>
          </a:xfrm>
          <a:prstGeom prst="rect">
            <a:avLst/>
          </a:prstGeom>
          <a:noFill/>
          <a:ln>
            <a:noFill/>
          </a:ln>
        </p:spPr>
        <p:txBody>
          <a:bodyPr spcFirstLastPara="1" wrap="square" lIns="91425" tIns="45700" rIns="91425" bIns="45700" anchor="ctr" anchorCtr="0">
            <a:noAutofit/>
          </a:bodyPr>
          <a:lstStyle/>
          <a:p>
            <a:pPr marL="0" lvl="0" indent="0" algn="l" rtl="0">
              <a:lnSpc>
                <a:spcPct val="120000"/>
              </a:lnSpc>
              <a:spcBef>
                <a:spcPts val="0"/>
              </a:spcBef>
              <a:spcAft>
                <a:spcPts val="0"/>
              </a:spcAft>
              <a:buClr>
                <a:srgbClr val="0072FF"/>
              </a:buClr>
              <a:buSzPts val="3700"/>
              <a:buFont typeface="Times New Roman"/>
              <a:buNone/>
            </a:pPr>
            <a:r>
              <a:rPr lang="vi-VN" sz="3700" dirty="0"/>
              <a:t>3.1 </a:t>
            </a:r>
            <a:r>
              <a:rPr lang="vi-VN" sz="4000" dirty="0"/>
              <a:t>Thiết kế kiến trúc tổng thể</a:t>
            </a:r>
            <a:endParaRPr sz="3700" dirty="0"/>
          </a:p>
        </p:txBody>
      </p:sp>
      <p:sp>
        <p:nvSpPr>
          <p:cNvPr id="547" name="Google Shape;547;p6"/>
          <p:cNvSpPr txBox="1">
            <a:spLocks noGrp="1"/>
          </p:cNvSpPr>
          <p:nvPr>
            <p:ph type="body" idx="1"/>
          </p:nvPr>
        </p:nvSpPr>
        <p:spPr>
          <a:xfrm>
            <a:off x="774145" y="1809750"/>
            <a:ext cx="5519652" cy="4158343"/>
          </a:xfrm>
          <a:prstGeom prst="rect">
            <a:avLst/>
          </a:prstGeom>
          <a:noFill/>
          <a:ln>
            <a:noFill/>
          </a:ln>
        </p:spPr>
        <p:txBody>
          <a:bodyPr spcFirstLastPara="1" wrap="square" lIns="91425" tIns="45700" rIns="91425" bIns="45700" anchor="t" anchorCtr="0">
            <a:normAutofit lnSpcReduction="10000"/>
          </a:bodyPr>
          <a:lstStyle/>
          <a:p>
            <a:pPr marL="50800" indent="0" algn="l">
              <a:buNone/>
            </a:pPr>
            <a:r>
              <a:rPr lang="vi-VN" sz="2300" b="1" dirty="0"/>
              <a:t>Input Layer:</a:t>
            </a:r>
            <a:r>
              <a:rPr lang="en-US" sz="2300" b="1" dirty="0"/>
              <a:t> </a:t>
            </a:r>
            <a:r>
              <a:rPr lang="vi-VN" sz="2300" dirty="0"/>
              <a:t>Nguồn video stream từ Camera.</a:t>
            </a:r>
          </a:p>
          <a:p>
            <a:pPr marL="50800" indent="0" algn="l">
              <a:buNone/>
            </a:pPr>
            <a:r>
              <a:rPr lang="vi-VN" sz="2300" b="1" dirty="0"/>
              <a:t>Processing Layer (Core Pipeline):</a:t>
            </a:r>
            <a:r>
              <a:rPr lang="en-US" sz="2300" b="1" dirty="0"/>
              <a:t> </a:t>
            </a:r>
            <a:r>
              <a:rPr lang="vi-VN" sz="2300" dirty="0"/>
              <a:t>Các module Detection, Alignment, Extraction.</a:t>
            </a:r>
          </a:p>
          <a:p>
            <a:pPr marL="50800" indent="0" algn="l">
              <a:buNone/>
            </a:pPr>
            <a:r>
              <a:rPr lang="vi-VN" sz="2300" b="1" dirty="0"/>
              <a:t>Storage Layer:</a:t>
            </a:r>
            <a:r>
              <a:rPr lang="en-US" sz="2300" b="1" dirty="0"/>
              <a:t> </a:t>
            </a:r>
            <a:r>
              <a:rPr lang="vi-VN" sz="2300" dirty="0"/>
              <a:t>Local SQLite Database (Chứa bảng `employees`, `face_embeddings`, `attendance_logs`).</a:t>
            </a:r>
          </a:p>
          <a:p>
            <a:pPr marL="50800" indent="0" algn="l">
              <a:buNone/>
            </a:pPr>
            <a:r>
              <a:rPr lang="vi-VN" sz="2300" b="1" dirty="0"/>
              <a:t>Application Layer:</a:t>
            </a:r>
            <a:r>
              <a:rPr lang="en-US" sz="2300" b="1" dirty="0"/>
              <a:t> </a:t>
            </a:r>
            <a:r>
              <a:rPr lang="vi-VN" sz="2300" dirty="0"/>
              <a:t>Logic điểm danh, giao diện người dùng.</a:t>
            </a:r>
          </a:p>
          <a:p>
            <a:pPr marL="228600" lvl="0" indent="-50800" algn="just" rtl="0">
              <a:lnSpc>
                <a:spcPct val="130000"/>
              </a:lnSpc>
              <a:spcBef>
                <a:spcPts val="600"/>
              </a:spcBef>
              <a:spcAft>
                <a:spcPts val="0"/>
              </a:spcAft>
              <a:buClr>
                <a:schemeClr val="dk1"/>
              </a:buClr>
              <a:buSzPts val="2800"/>
              <a:buNone/>
            </a:pPr>
            <a:endParaRPr dirty="0"/>
          </a:p>
        </p:txBody>
      </p:sp>
      <p:sp>
        <p:nvSpPr>
          <p:cNvPr id="548" name="Google Shape;548;p6"/>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vi-VN"/>
              <a:t>Trường Đại học Công nghệ Thông tin, ĐHQG-HCM</a:t>
            </a:r>
            <a:endParaRPr/>
          </a:p>
        </p:txBody>
      </p:sp>
      <p:sp>
        <p:nvSpPr>
          <p:cNvPr id="549" name="Google Shape;549;p6"/>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vi-VN"/>
              <a:t>8</a:t>
            </a:fld>
            <a:endParaRPr/>
          </a:p>
        </p:txBody>
      </p:sp>
      <p:sp>
        <p:nvSpPr>
          <p:cNvPr id="2" name="Google Shape;547;p6">
            <a:extLst>
              <a:ext uri="{FF2B5EF4-FFF2-40B4-BE49-F238E27FC236}">
                <a16:creationId xmlns:a16="http://schemas.microsoft.com/office/drawing/2014/main" id="{F0862669-11C1-E30D-FDC4-732C6DC1F5B5}"/>
              </a:ext>
            </a:extLst>
          </p:cNvPr>
          <p:cNvSpPr txBox="1">
            <a:spLocks/>
          </p:cNvSpPr>
          <p:nvPr/>
        </p:nvSpPr>
        <p:spPr>
          <a:xfrm>
            <a:off x="6293797" y="1971878"/>
            <a:ext cx="5519652" cy="4158343"/>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406400" algn="just" rtl="0">
              <a:lnSpc>
                <a:spcPct val="130000"/>
              </a:lnSpc>
              <a:spcBef>
                <a:spcPts val="3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just" rtl="0">
              <a:lnSpc>
                <a:spcPct val="130000"/>
              </a:lnSpc>
              <a:spcBef>
                <a:spcPts val="3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just" rtl="0">
              <a:lnSpc>
                <a:spcPct val="130000"/>
              </a:lnSpc>
              <a:spcBef>
                <a:spcPts val="3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just" rtl="0">
              <a:lnSpc>
                <a:spcPct val="130000"/>
              </a:lnSpc>
              <a:spcBef>
                <a:spcPts val="3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just" rtl="0">
              <a:lnSpc>
                <a:spcPct val="130000"/>
              </a:lnSpc>
              <a:spcBef>
                <a:spcPts val="3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228600" indent="-50800">
              <a:spcBef>
                <a:spcPts val="600"/>
              </a:spcBef>
              <a:buFont typeface="Arial"/>
              <a:buNone/>
            </a:pPr>
            <a:endParaRPr lang="vi-VN" dirty="0"/>
          </a:p>
        </p:txBody>
      </p:sp>
      <p:pic>
        <p:nvPicPr>
          <p:cNvPr id="4" name="Picture 3">
            <a:extLst>
              <a:ext uri="{FF2B5EF4-FFF2-40B4-BE49-F238E27FC236}">
                <a16:creationId xmlns:a16="http://schemas.microsoft.com/office/drawing/2014/main" id="{578328A3-6B22-0093-AC19-02BC81CF871F}"/>
              </a:ext>
            </a:extLst>
          </p:cNvPr>
          <p:cNvPicPr>
            <a:picLocks noChangeAspect="1"/>
          </p:cNvPicPr>
          <p:nvPr/>
        </p:nvPicPr>
        <p:blipFill>
          <a:blip r:embed="rId3"/>
          <a:stretch>
            <a:fillRect/>
          </a:stretch>
        </p:blipFill>
        <p:spPr>
          <a:xfrm>
            <a:off x="6293797" y="1156437"/>
            <a:ext cx="4837828" cy="531918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54"/>
        <p:cNvGrpSpPr/>
        <p:nvPr/>
      </p:nvGrpSpPr>
      <p:grpSpPr>
        <a:xfrm>
          <a:off x="0" y="0"/>
          <a:ext cx="0" cy="0"/>
          <a:chOff x="0" y="0"/>
          <a:chExt cx="0" cy="0"/>
        </a:xfrm>
      </p:grpSpPr>
      <p:sp>
        <p:nvSpPr>
          <p:cNvPr id="555" name="Google Shape;555;p7"/>
          <p:cNvSpPr txBox="1">
            <a:spLocks noGrp="1"/>
          </p:cNvSpPr>
          <p:nvPr>
            <p:ph type="title"/>
          </p:nvPr>
        </p:nvSpPr>
        <p:spPr>
          <a:xfrm>
            <a:off x="774145" y="223964"/>
            <a:ext cx="10579655" cy="1357186"/>
          </a:xfrm>
          <a:prstGeom prst="rect">
            <a:avLst/>
          </a:prstGeom>
          <a:noFill/>
          <a:ln>
            <a:noFill/>
          </a:ln>
        </p:spPr>
        <p:txBody>
          <a:bodyPr spcFirstLastPara="1" wrap="square" lIns="91425" tIns="45700" rIns="91425" bIns="45700" anchor="ctr" anchorCtr="0">
            <a:noAutofit/>
          </a:bodyPr>
          <a:lstStyle/>
          <a:p>
            <a:pPr marL="0" lvl="0" indent="0" algn="l" rtl="0">
              <a:lnSpc>
                <a:spcPct val="120000"/>
              </a:lnSpc>
              <a:spcBef>
                <a:spcPts val="0"/>
              </a:spcBef>
              <a:spcAft>
                <a:spcPts val="0"/>
              </a:spcAft>
              <a:buClr>
                <a:srgbClr val="0072FF"/>
              </a:buClr>
              <a:buSzPts val="3700"/>
              <a:buFont typeface="Times New Roman"/>
              <a:buNone/>
            </a:pPr>
            <a:r>
              <a:rPr lang="vi-VN" sz="3700"/>
              <a:t>3.2 </a:t>
            </a:r>
            <a:r>
              <a:rPr lang="vi-VN" sz="4000"/>
              <a:t>Thiết kế phần cứng</a:t>
            </a:r>
            <a:endParaRPr sz="3700"/>
          </a:p>
        </p:txBody>
      </p:sp>
      <p:sp>
        <p:nvSpPr>
          <p:cNvPr id="556" name="Google Shape;556;p7"/>
          <p:cNvSpPr txBox="1">
            <a:spLocks noGrp="1"/>
          </p:cNvSpPr>
          <p:nvPr>
            <p:ph type="body" idx="1"/>
          </p:nvPr>
        </p:nvSpPr>
        <p:spPr>
          <a:xfrm>
            <a:off x="774144" y="1809750"/>
            <a:ext cx="10655855" cy="4158343"/>
          </a:xfrm>
          <a:prstGeom prst="rect">
            <a:avLst/>
          </a:prstGeom>
          <a:noFill/>
          <a:ln>
            <a:noFill/>
          </a:ln>
        </p:spPr>
        <p:txBody>
          <a:bodyPr spcFirstLastPara="1" wrap="square" lIns="91425" tIns="45700" rIns="91425" bIns="45700" anchor="t" anchorCtr="0">
            <a:normAutofit/>
          </a:bodyPr>
          <a:lstStyle/>
          <a:p>
            <a:pPr marL="228600" lvl="0" indent="-228600" algn="just" rtl="0">
              <a:lnSpc>
                <a:spcPct val="130000"/>
              </a:lnSpc>
              <a:spcBef>
                <a:spcPts val="0"/>
              </a:spcBef>
              <a:spcAft>
                <a:spcPts val="0"/>
              </a:spcAft>
              <a:buClr>
                <a:schemeClr val="dk1"/>
              </a:buClr>
              <a:buSzPts val="2800"/>
              <a:buChar char="•"/>
            </a:pPr>
            <a:r>
              <a:rPr lang="vi-VN" dirty="0"/>
              <a:t>Hình thiết kế phần cứng và mô tả</a:t>
            </a:r>
            <a:endParaRPr dirty="0"/>
          </a:p>
          <a:p>
            <a:pPr marL="228600" lvl="0" indent="-50800" algn="just" rtl="0">
              <a:lnSpc>
                <a:spcPct val="130000"/>
              </a:lnSpc>
              <a:spcBef>
                <a:spcPts val="600"/>
              </a:spcBef>
              <a:spcAft>
                <a:spcPts val="0"/>
              </a:spcAft>
              <a:buClr>
                <a:schemeClr val="dk1"/>
              </a:buClr>
              <a:buSzPts val="2800"/>
              <a:buNone/>
            </a:pPr>
            <a:endParaRPr dirty="0"/>
          </a:p>
        </p:txBody>
      </p:sp>
      <p:sp>
        <p:nvSpPr>
          <p:cNvPr id="557" name="Google Shape;557;p7"/>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vi-VN"/>
              <a:t>Trường Đại học Công nghệ Thông tin, ĐHQG-HCM</a:t>
            </a:r>
            <a:endParaRPr/>
          </a:p>
        </p:txBody>
      </p:sp>
      <p:sp>
        <p:nvSpPr>
          <p:cNvPr id="558" name="Google Shape;558;p7"/>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vi-VN"/>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4" name="Google Shape;564;p8"/>
          <p:cNvSpPr txBox="1">
            <a:spLocks noGrp="1"/>
          </p:cNvSpPr>
          <p:nvPr>
            <p:ph type="title"/>
          </p:nvPr>
        </p:nvSpPr>
        <p:spPr>
          <a:xfrm>
            <a:off x="774145" y="223964"/>
            <a:ext cx="10579655" cy="1357186"/>
          </a:xfrm>
          <a:prstGeom prst="rect">
            <a:avLst/>
          </a:prstGeom>
          <a:noFill/>
          <a:ln>
            <a:noFill/>
          </a:ln>
        </p:spPr>
        <p:txBody>
          <a:bodyPr spcFirstLastPara="1" wrap="square" lIns="91425" tIns="45700" rIns="91425" bIns="45700" anchor="ctr" anchorCtr="0">
            <a:noAutofit/>
          </a:bodyPr>
          <a:lstStyle/>
          <a:p>
            <a:pPr marL="0" lvl="0" indent="0" algn="l" rtl="0">
              <a:lnSpc>
                <a:spcPct val="120000"/>
              </a:lnSpc>
              <a:spcBef>
                <a:spcPts val="0"/>
              </a:spcBef>
              <a:spcAft>
                <a:spcPts val="0"/>
              </a:spcAft>
              <a:buClr>
                <a:srgbClr val="0072FF"/>
              </a:buClr>
              <a:buSzPts val="3700"/>
              <a:buFont typeface="Times New Roman"/>
              <a:buNone/>
            </a:pPr>
            <a:r>
              <a:rPr lang="vi-VN" sz="3700" dirty="0"/>
              <a:t>3.3 </a:t>
            </a:r>
            <a:r>
              <a:rPr lang="vi-VN" sz="4000" dirty="0"/>
              <a:t>Thiết kế phần mềm</a:t>
            </a:r>
            <a:endParaRPr sz="3700" dirty="0"/>
          </a:p>
        </p:txBody>
      </p:sp>
      <p:sp>
        <p:nvSpPr>
          <p:cNvPr id="565" name="Google Shape;565;p8"/>
          <p:cNvSpPr txBox="1">
            <a:spLocks noGrp="1"/>
          </p:cNvSpPr>
          <p:nvPr>
            <p:ph type="body" idx="1"/>
          </p:nvPr>
        </p:nvSpPr>
        <p:spPr>
          <a:xfrm>
            <a:off x="697851" y="1689915"/>
            <a:ext cx="5284660" cy="4068860"/>
          </a:xfrm>
          <a:prstGeom prst="rect">
            <a:avLst/>
          </a:prstGeom>
          <a:noFill/>
          <a:ln>
            <a:noFill/>
          </a:ln>
        </p:spPr>
        <p:txBody>
          <a:bodyPr spcFirstLastPara="1" wrap="square" lIns="91425" tIns="45700" rIns="91425" bIns="45700" anchor="t" anchorCtr="0">
            <a:normAutofit fontScale="70000" lnSpcReduction="20000"/>
          </a:bodyPr>
          <a:lstStyle/>
          <a:p>
            <a:pPr algn="l"/>
            <a:r>
              <a:rPr lang="vi-VN" dirty="0"/>
              <a:t>Thiết kế theo hướng Đối tượng (OOP) và Tách biệt trách nhiệm (Separation of Concerns).</a:t>
            </a:r>
          </a:p>
          <a:p>
            <a:pPr algn="l"/>
            <a:r>
              <a:rPr lang="vi-VN" dirty="0"/>
              <a:t>Các class độc lập: `FaceDetector`, `FaceEmbedder`, `Matcher`, `Database`.</a:t>
            </a:r>
          </a:p>
          <a:p>
            <a:pPr algn="l"/>
            <a:r>
              <a:rPr lang="vi-VN" dirty="0"/>
              <a:t>Cơ chế </a:t>
            </a:r>
            <a:r>
              <a:rPr lang="vi-VN" b="1" dirty="0"/>
              <a:t>n-memory Cache</a:t>
            </a:r>
            <a:r>
              <a:rPr lang="vi-VN" dirty="0"/>
              <a:t>:</a:t>
            </a:r>
            <a:r>
              <a:rPr lang="en-US" dirty="0"/>
              <a:t> </a:t>
            </a:r>
            <a:r>
              <a:rPr lang="vi-VN" dirty="0"/>
              <a:t>Load toàn bộ embeddings từ DB lên RAM (Numpy Matrix) khi khởi động để tối ưu tốc độ so sánh (Matching), thay vì truy vấn DB cho mỗi frame.</a:t>
            </a:r>
          </a:p>
          <a:p>
            <a:pPr marL="228600" lvl="0" indent="-50800" algn="just" rtl="0">
              <a:lnSpc>
                <a:spcPct val="130000"/>
              </a:lnSpc>
              <a:spcBef>
                <a:spcPts val="600"/>
              </a:spcBef>
              <a:spcAft>
                <a:spcPts val="0"/>
              </a:spcAft>
              <a:buClr>
                <a:schemeClr val="dk1"/>
              </a:buClr>
              <a:buSzPts val="2800"/>
              <a:buNone/>
            </a:pPr>
            <a:endParaRPr dirty="0"/>
          </a:p>
        </p:txBody>
      </p:sp>
      <p:sp>
        <p:nvSpPr>
          <p:cNvPr id="566" name="Google Shape;566;p8"/>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vi-VN"/>
              <a:t>Trường Đại học Công nghệ Thông tin, ĐHQG-HCM</a:t>
            </a:r>
            <a:endParaRPr/>
          </a:p>
        </p:txBody>
      </p:sp>
      <p:sp>
        <p:nvSpPr>
          <p:cNvPr id="567" name="Google Shape;567;p8"/>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vi-VN"/>
              <a:t>10</a:t>
            </a:fld>
            <a:endParaRPr/>
          </a:p>
        </p:txBody>
      </p:sp>
      <p:pic>
        <p:nvPicPr>
          <p:cNvPr id="4" name="Picture 3">
            <a:extLst>
              <a:ext uri="{FF2B5EF4-FFF2-40B4-BE49-F238E27FC236}">
                <a16:creationId xmlns:a16="http://schemas.microsoft.com/office/drawing/2014/main" id="{CEF6845C-96F4-B41A-F296-6F0AFC4D8E8F}"/>
              </a:ext>
            </a:extLst>
          </p:cNvPr>
          <p:cNvPicPr>
            <a:picLocks noChangeAspect="1"/>
          </p:cNvPicPr>
          <p:nvPr/>
        </p:nvPicPr>
        <p:blipFill>
          <a:blip r:embed="rId3"/>
          <a:stretch>
            <a:fillRect/>
          </a:stretch>
        </p:blipFill>
        <p:spPr>
          <a:xfrm>
            <a:off x="6280211" y="490933"/>
            <a:ext cx="5707875" cy="535732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63">
          <a:extLst>
            <a:ext uri="{FF2B5EF4-FFF2-40B4-BE49-F238E27FC236}">
              <a16:creationId xmlns:a16="http://schemas.microsoft.com/office/drawing/2014/main" id="{477E039F-59B0-3146-B17B-1BE1D390B31F}"/>
            </a:ext>
          </a:extLst>
        </p:cNvPr>
        <p:cNvGrpSpPr/>
        <p:nvPr/>
      </p:nvGrpSpPr>
      <p:grpSpPr>
        <a:xfrm>
          <a:off x="0" y="0"/>
          <a:ext cx="0" cy="0"/>
          <a:chOff x="0" y="0"/>
          <a:chExt cx="0" cy="0"/>
        </a:xfrm>
      </p:grpSpPr>
      <p:sp>
        <p:nvSpPr>
          <p:cNvPr id="564" name="Google Shape;564;p8">
            <a:extLst>
              <a:ext uri="{FF2B5EF4-FFF2-40B4-BE49-F238E27FC236}">
                <a16:creationId xmlns:a16="http://schemas.microsoft.com/office/drawing/2014/main" id="{516409D8-5F68-40D0-9F95-63A7E9768AA0}"/>
              </a:ext>
            </a:extLst>
          </p:cNvPr>
          <p:cNvSpPr txBox="1">
            <a:spLocks noGrp="1"/>
          </p:cNvSpPr>
          <p:nvPr>
            <p:ph type="title"/>
          </p:nvPr>
        </p:nvSpPr>
        <p:spPr>
          <a:xfrm>
            <a:off x="774145" y="301785"/>
            <a:ext cx="10579655" cy="1357186"/>
          </a:xfrm>
          <a:prstGeom prst="rect">
            <a:avLst/>
          </a:prstGeom>
          <a:noFill/>
          <a:ln>
            <a:noFill/>
          </a:ln>
        </p:spPr>
        <p:txBody>
          <a:bodyPr spcFirstLastPara="1" wrap="square" lIns="91425" tIns="45700" rIns="91425" bIns="45700" anchor="ctr" anchorCtr="0">
            <a:noAutofit/>
          </a:bodyPr>
          <a:lstStyle/>
          <a:p>
            <a:pPr marL="0" lvl="0" indent="0" algn="l" rtl="0">
              <a:lnSpc>
                <a:spcPct val="120000"/>
              </a:lnSpc>
              <a:spcBef>
                <a:spcPts val="0"/>
              </a:spcBef>
              <a:spcAft>
                <a:spcPts val="0"/>
              </a:spcAft>
              <a:buClr>
                <a:srgbClr val="0072FF"/>
              </a:buClr>
              <a:buSzPts val="3700"/>
              <a:buFont typeface="Times New Roman"/>
              <a:buNone/>
            </a:pPr>
            <a:r>
              <a:rPr lang="vi-VN" sz="3700"/>
              <a:t>3.3 </a:t>
            </a:r>
            <a:r>
              <a:rPr lang="vi-VN" sz="4000"/>
              <a:t>Thiết kế phần mềm</a:t>
            </a:r>
            <a:endParaRPr sz="3700"/>
          </a:p>
        </p:txBody>
      </p:sp>
      <p:sp>
        <p:nvSpPr>
          <p:cNvPr id="565" name="Google Shape;565;p8">
            <a:extLst>
              <a:ext uri="{FF2B5EF4-FFF2-40B4-BE49-F238E27FC236}">
                <a16:creationId xmlns:a16="http://schemas.microsoft.com/office/drawing/2014/main" id="{1B15180F-9157-062E-FB82-F9C003549060}"/>
              </a:ext>
            </a:extLst>
          </p:cNvPr>
          <p:cNvSpPr txBox="1">
            <a:spLocks noGrp="1"/>
          </p:cNvSpPr>
          <p:nvPr>
            <p:ph type="body" idx="1"/>
          </p:nvPr>
        </p:nvSpPr>
        <p:spPr>
          <a:xfrm>
            <a:off x="1581540" y="4316535"/>
            <a:ext cx="9772260" cy="3122173"/>
          </a:xfrm>
          <a:prstGeom prst="rect">
            <a:avLst/>
          </a:prstGeom>
          <a:noFill/>
          <a:ln>
            <a:noFill/>
          </a:ln>
        </p:spPr>
        <p:txBody>
          <a:bodyPr spcFirstLastPara="1" wrap="square" lIns="91425" tIns="45700" rIns="91425" bIns="45700" anchor="t" anchorCtr="0">
            <a:normAutofit/>
          </a:bodyPr>
          <a:lstStyle/>
          <a:p>
            <a:pPr marL="50800" indent="0">
              <a:buNone/>
            </a:pPr>
            <a:r>
              <a:rPr lang="en-US" sz="1600" dirty="0"/>
              <a:t>- </a:t>
            </a:r>
            <a:r>
              <a:rPr lang="vi-VN" sz="1600" dirty="0"/>
              <a:t>Nhập thông tin nhân viên (Mã NV, Tên).</a:t>
            </a:r>
          </a:p>
          <a:p>
            <a:pPr marL="50800" indent="0">
              <a:buNone/>
            </a:pPr>
            <a:r>
              <a:rPr lang="en-US" sz="1600" dirty="0"/>
              <a:t>- </a:t>
            </a:r>
            <a:r>
              <a:rPr lang="vi-VN" sz="1600" dirty="0"/>
              <a:t>Đọc ảnh từ thư mục hoặc chụp từ camera.</a:t>
            </a:r>
          </a:p>
          <a:p>
            <a:pPr marL="50800" indent="0">
              <a:buNone/>
            </a:pPr>
            <a:r>
              <a:rPr lang="en-US" sz="1600" dirty="0"/>
              <a:t>- </a:t>
            </a:r>
            <a:r>
              <a:rPr lang="vi-VN" sz="1600" dirty="0"/>
              <a:t>Tìm khuôn mặt (Detection) &amp; Rút trích Vector (Embedding).</a:t>
            </a:r>
          </a:p>
          <a:p>
            <a:pPr marL="50800" indent="0">
              <a:buNone/>
            </a:pPr>
            <a:r>
              <a:rPr lang="en-US" sz="1600" dirty="0"/>
              <a:t>- </a:t>
            </a:r>
            <a:r>
              <a:rPr lang="vi-VN" sz="1600" dirty="0"/>
              <a:t>Lưu mảng float32 vào cột BLOB của CSDL SQLite.</a:t>
            </a:r>
          </a:p>
          <a:p>
            <a:pPr marL="50800" indent="0">
              <a:buNone/>
            </a:pPr>
            <a:r>
              <a:rPr lang="en-US" sz="1600" dirty="0"/>
              <a:t>- </a:t>
            </a:r>
            <a:r>
              <a:rPr lang="vi-VN" sz="1600" dirty="0"/>
              <a:t>Cập nhật In-memory Cache.</a:t>
            </a:r>
          </a:p>
          <a:p>
            <a:pPr marL="228600" lvl="0" indent="-50800" algn="just" rtl="0">
              <a:lnSpc>
                <a:spcPct val="130000"/>
              </a:lnSpc>
              <a:spcBef>
                <a:spcPts val="600"/>
              </a:spcBef>
              <a:spcAft>
                <a:spcPts val="0"/>
              </a:spcAft>
              <a:buClr>
                <a:schemeClr val="dk1"/>
              </a:buClr>
              <a:buSzPts val="2800"/>
              <a:buNone/>
            </a:pPr>
            <a:endParaRPr sz="1600" dirty="0"/>
          </a:p>
        </p:txBody>
      </p:sp>
      <p:sp>
        <p:nvSpPr>
          <p:cNvPr id="566" name="Google Shape;566;p8">
            <a:extLst>
              <a:ext uri="{FF2B5EF4-FFF2-40B4-BE49-F238E27FC236}">
                <a16:creationId xmlns:a16="http://schemas.microsoft.com/office/drawing/2014/main" id="{05582D18-AFFD-4CCF-A747-48FB3D0EFEE6}"/>
              </a:ext>
            </a:extLst>
          </p:cNvPr>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vi-VN"/>
              <a:t>Trường Đại học Công nghệ Thông tin, ĐHQG-HCM</a:t>
            </a:r>
            <a:endParaRPr/>
          </a:p>
        </p:txBody>
      </p:sp>
      <p:sp>
        <p:nvSpPr>
          <p:cNvPr id="567" name="Google Shape;567;p8">
            <a:extLst>
              <a:ext uri="{FF2B5EF4-FFF2-40B4-BE49-F238E27FC236}">
                <a16:creationId xmlns:a16="http://schemas.microsoft.com/office/drawing/2014/main" id="{BDCB91A9-509B-1356-4E10-60F261C0ED37}"/>
              </a:ext>
            </a:extLst>
          </p:cNvPr>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vi-VN"/>
              <a:t>11</a:t>
            </a:fld>
            <a:endParaRPr/>
          </a:p>
        </p:txBody>
      </p:sp>
      <p:pic>
        <p:nvPicPr>
          <p:cNvPr id="4" name="Picture 3">
            <a:extLst>
              <a:ext uri="{FF2B5EF4-FFF2-40B4-BE49-F238E27FC236}">
                <a16:creationId xmlns:a16="http://schemas.microsoft.com/office/drawing/2014/main" id="{435C5B4E-192F-6125-9101-C65953B203CF}"/>
              </a:ext>
            </a:extLst>
          </p:cNvPr>
          <p:cNvPicPr>
            <a:picLocks noChangeAspect="1"/>
          </p:cNvPicPr>
          <p:nvPr/>
        </p:nvPicPr>
        <p:blipFill>
          <a:blip r:embed="rId3"/>
          <a:stretch>
            <a:fillRect/>
          </a:stretch>
        </p:blipFill>
        <p:spPr>
          <a:xfrm>
            <a:off x="1581540" y="1357675"/>
            <a:ext cx="7563846" cy="3104912"/>
          </a:xfrm>
          <a:prstGeom prst="rect">
            <a:avLst/>
          </a:prstGeom>
        </p:spPr>
      </p:pic>
      <p:sp>
        <p:nvSpPr>
          <p:cNvPr id="6" name="TextBox 5">
            <a:extLst>
              <a:ext uri="{FF2B5EF4-FFF2-40B4-BE49-F238E27FC236}">
                <a16:creationId xmlns:a16="http://schemas.microsoft.com/office/drawing/2014/main" id="{E216D32E-4E86-58A5-458B-54FB500FA43B}"/>
              </a:ext>
            </a:extLst>
          </p:cNvPr>
          <p:cNvSpPr txBox="1"/>
          <p:nvPr/>
        </p:nvSpPr>
        <p:spPr>
          <a:xfrm>
            <a:off x="583660" y="1395792"/>
            <a:ext cx="7092258" cy="307777"/>
          </a:xfrm>
          <a:prstGeom prst="rect">
            <a:avLst/>
          </a:prstGeom>
          <a:noFill/>
        </p:spPr>
        <p:txBody>
          <a:bodyPr wrap="square">
            <a:spAutoFit/>
          </a:bodyPr>
          <a:lstStyle/>
          <a:p>
            <a:pPr marL="50800" indent="0">
              <a:buNone/>
            </a:pPr>
            <a:r>
              <a:rPr lang="en-US" b="1" dirty="0"/>
              <a:t>Quy </a:t>
            </a:r>
            <a:r>
              <a:rPr lang="en-US" b="1" dirty="0" err="1"/>
              <a:t>trinh</a:t>
            </a:r>
            <a:r>
              <a:rPr lang="en-US" b="1" dirty="0"/>
              <a:t> </a:t>
            </a:r>
            <a:r>
              <a:rPr lang="vi-VN" sz="1400" b="1" dirty="0"/>
              <a:t>Workflow Ghi dan</a:t>
            </a:r>
            <a:r>
              <a:rPr lang="en-US" sz="1400" b="1" dirty="0"/>
              <a:t>h</a:t>
            </a:r>
            <a:endParaRPr lang="vi-VN" sz="1400" dirty="0"/>
          </a:p>
        </p:txBody>
      </p:sp>
    </p:spTree>
    <p:extLst>
      <p:ext uri="{BB962C8B-B14F-4D97-AF65-F5344CB8AC3E}">
        <p14:creationId xmlns:p14="http://schemas.microsoft.com/office/powerpoint/2010/main" val="9793275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63">
          <a:extLst>
            <a:ext uri="{FF2B5EF4-FFF2-40B4-BE49-F238E27FC236}">
              <a16:creationId xmlns:a16="http://schemas.microsoft.com/office/drawing/2014/main" id="{80F0CBDE-D742-4E39-A4D5-A1811B7CE019}"/>
            </a:ext>
          </a:extLst>
        </p:cNvPr>
        <p:cNvGrpSpPr/>
        <p:nvPr/>
      </p:nvGrpSpPr>
      <p:grpSpPr>
        <a:xfrm>
          <a:off x="0" y="0"/>
          <a:ext cx="0" cy="0"/>
          <a:chOff x="0" y="0"/>
          <a:chExt cx="0" cy="0"/>
        </a:xfrm>
      </p:grpSpPr>
      <p:sp>
        <p:nvSpPr>
          <p:cNvPr id="564" name="Google Shape;564;p8">
            <a:extLst>
              <a:ext uri="{FF2B5EF4-FFF2-40B4-BE49-F238E27FC236}">
                <a16:creationId xmlns:a16="http://schemas.microsoft.com/office/drawing/2014/main" id="{1447F415-2965-EC08-3FE0-AA184C19D103}"/>
              </a:ext>
            </a:extLst>
          </p:cNvPr>
          <p:cNvSpPr txBox="1">
            <a:spLocks noGrp="1"/>
          </p:cNvSpPr>
          <p:nvPr>
            <p:ph type="title"/>
          </p:nvPr>
        </p:nvSpPr>
        <p:spPr>
          <a:xfrm>
            <a:off x="774145" y="223964"/>
            <a:ext cx="10579655" cy="1357186"/>
          </a:xfrm>
          <a:prstGeom prst="rect">
            <a:avLst/>
          </a:prstGeom>
          <a:noFill/>
          <a:ln>
            <a:noFill/>
          </a:ln>
        </p:spPr>
        <p:txBody>
          <a:bodyPr spcFirstLastPara="1" wrap="square" lIns="91425" tIns="45700" rIns="91425" bIns="45700" anchor="ctr" anchorCtr="0">
            <a:noAutofit/>
          </a:bodyPr>
          <a:lstStyle/>
          <a:p>
            <a:pPr marL="0" lvl="0" indent="0" algn="l" rtl="0">
              <a:lnSpc>
                <a:spcPct val="120000"/>
              </a:lnSpc>
              <a:spcBef>
                <a:spcPts val="0"/>
              </a:spcBef>
              <a:spcAft>
                <a:spcPts val="0"/>
              </a:spcAft>
              <a:buClr>
                <a:srgbClr val="0072FF"/>
              </a:buClr>
              <a:buSzPts val="3700"/>
              <a:buFont typeface="Times New Roman"/>
              <a:buNone/>
            </a:pPr>
            <a:r>
              <a:rPr lang="vi-VN" sz="3700"/>
              <a:t>3.3 </a:t>
            </a:r>
            <a:r>
              <a:rPr lang="vi-VN" sz="4000"/>
              <a:t>Thiết kế phần mềm</a:t>
            </a:r>
            <a:endParaRPr sz="3700"/>
          </a:p>
        </p:txBody>
      </p:sp>
      <p:sp>
        <p:nvSpPr>
          <p:cNvPr id="565" name="Google Shape;565;p8">
            <a:extLst>
              <a:ext uri="{FF2B5EF4-FFF2-40B4-BE49-F238E27FC236}">
                <a16:creationId xmlns:a16="http://schemas.microsoft.com/office/drawing/2014/main" id="{F523FDA2-BD43-F988-58FA-2070B768F6FB}"/>
              </a:ext>
            </a:extLst>
          </p:cNvPr>
          <p:cNvSpPr txBox="1">
            <a:spLocks noGrp="1"/>
          </p:cNvSpPr>
          <p:nvPr>
            <p:ph type="body" idx="1"/>
          </p:nvPr>
        </p:nvSpPr>
        <p:spPr>
          <a:xfrm>
            <a:off x="989380" y="4709856"/>
            <a:ext cx="7493139" cy="1765764"/>
          </a:xfrm>
          <a:prstGeom prst="rect">
            <a:avLst/>
          </a:prstGeom>
          <a:noFill/>
          <a:ln>
            <a:noFill/>
          </a:ln>
        </p:spPr>
        <p:txBody>
          <a:bodyPr spcFirstLastPara="1" wrap="square" lIns="91425" tIns="45700" rIns="91425" bIns="45700" anchor="t" anchorCtr="0">
            <a:normAutofit fontScale="85000" lnSpcReduction="20000"/>
          </a:bodyPr>
          <a:lstStyle/>
          <a:p>
            <a:pPr>
              <a:buFontTx/>
              <a:buChar char="-"/>
            </a:pPr>
            <a:r>
              <a:rPr lang="vi-VN" sz="1600" dirty="0"/>
              <a:t>Lấy Frame từ Camera.</a:t>
            </a:r>
            <a:endParaRPr lang="en-US" sz="1600" dirty="0"/>
          </a:p>
          <a:p>
            <a:pPr>
              <a:buFontTx/>
              <a:buChar char="-"/>
            </a:pPr>
            <a:r>
              <a:rPr lang="vi-VN" sz="1600" dirty="0"/>
              <a:t>Phát hiện mặt (Detection).</a:t>
            </a:r>
            <a:endParaRPr lang="en-US" sz="1600" dirty="0"/>
          </a:p>
          <a:p>
            <a:pPr>
              <a:buFontTx/>
              <a:buChar char="-"/>
            </a:pPr>
            <a:r>
              <a:rPr lang="vi-VN" sz="1600" dirty="0"/>
              <a:t>Chọn khung hình tốt nhất (Best Frame).</a:t>
            </a:r>
            <a:endParaRPr lang="en-US" sz="1600" dirty="0"/>
          </a:p>
          <a:p>
            <a:pPr>
              <a:buFontTx/>
              <a:buChar char="-"/>
            </a:pPr>
            <a:r>
              <a:rPr lang="vi-VN" sz="1600" dirty="0"/>
              <a:t>Căn chỉnh &amp; Trích xuất đặc trưng (</a:t>
            </a:r>
            <a:r>
              <a:rPr lang="en-US" sz="1600" dirty="0"/>
              <a:t>Alignment &amp; </a:t>
            </a:r>
            <a:r>
              <a:rPr lang="vi-VN" sz="1600" dirty="0"/>
              <a:t>Embedding).</a:t>
            </a:r>
            <a:endParaRPr lang="en-US" sz="1600" dirty="0"/>
          </a:p>
          <a:p>
            <a:pPr>
              <a:buFontTx/>
              <a:buChar char="-"/>
            </a:pPr>
            <a:r>
              <a:rPr lang="vi-VN" sz="1600" dirty="0"/>
              <a:t>So sánh với CSDL (Matching).</a:t>
            </a:r>
            <a:endParaRPr lang="en-US" sz="1600" dirty="0"/>
          </a:p>
          <a:p>
            <a:pPr>
              <a:buFontTx/>
              <a:buChar char="-"/>
            </a:pPr>
            <a:r>
              <a:rPr lang="vi-VN" sz="1600" dirty="0"/>
              <a:t>Xử lý </a:t>
            </a:r>
            <a:r>
              <a:rPr lang="en-US" sz="1600" dirty="0"/>
              <a:t>l</a:t>
            </a:r>
            <a:r>
              <a:rPr lang="vi-VN" sz="1600" dirty="0"/>
              <a:t>ogic (Chống spam, ghi log, phát âm thanh).</a:t>
            </a:r>
          </a:p>
          <a:p>
            <a:pPr marL="228600" lvl="0" indent="-50800" algn="just" rtl="0">
              <a:lnSpc>
                <a:spcPct val="130000"/>
              </a:lnSpc>
              <a:spcBef>
                <a:spcPts val="600"/>
              </a:spcBef>
              <a:spcAft>
                <a:spcPts val="0"/>
              </a:spcAft>
              <a:buClr>
                <a:schemeClr val="dk1"/>
              </a:buClr>
              <a:buSzPts val="2800"/>
              <a:buNone/>
            </a:pPr>
            <a:endParaRPr dirty="0"/>
          </a:p>
        </p:txBody>
      </p:sp>
      <p:sp>
        <p:nvSpPr>
          <p:cNvPr id="566" name="Google Shape;566;p8">
            <a:extLst>
              <a:ext uri="{FF2B5EF4-FFF2-40B4-BE49-F238E27FC236}">
                <a16:creationId xmlns:a16="http://schemas.microsoft.com/office/drawing/2014/main" id="{CE063D4A-6884-B105-28AF-4CEFC5355B8A}"/>
              </a:ext>
            </a:extLst>
          </p:cNvPr>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vi-VN"/>
              <a:t>Trường Đại học Công nghệ Thông tin, ĐHQG-HCM</a:t>
            </a:r>
            <a:endParaRPr/>
          </a:p>
        </p:txBody>
      </p:sp>
      <p:sp>
        <p:nvSpPr>
          <p:cNvPr id="567" name="Google Shape;567;p8">
            <a:extLst>
              <a:ext uri="{FF2B5EF4-FFF2-40B4-BE49-F238E27FC236}">
                <a16:creationId xmlns:a16="http://schemas.microsoft.com/office/drawing/2014/main" id="{C235AE5C-82E7-1D2B-EA16-A34F7274B564}"/>
              </a:ext>
            </a:extLst>
          </p:cNvPr>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vi-VN"/>
              <a:t>12</a:t>
            </a:fld>
            <a:endParaRPr/>
          </a:p>
        </p:txBody>
      </p:sp>
      <p:pic>
        <p:nvPicPr>
          <p:cNvPr id="4" name="Picture 3">
            <a:extLst>
              <a:ext uri="{FF2B5EF4-FFF2-40B4-BE49-F238E27FC236}">
                <a16:creationId xmlns:a16="http://schemas.microsoft.com/office/drawing/2014/main" id="{F32A4022-BCF2-0E58-A9CA-3020A91C632B}"/>
              </a:ext>
            </a:extLst>
          </p:cNvPr>
          <p:cNvPicPr>
            <a:picLocks noChangeAspect="1"/>
          </p:cNvPicPr>
          <p:nvPr/>
        </p:nvPicPr>
        <p:blipFill>
          <a:blip r:embed="rId3"/>
          <a:stretch>
            <a:fillRect/>
          </a:stretch>
        </p:blipFill>
        <p:spPr>
          <a:xfrm>
            <a:off x="838200" y="1282989"/>
            <a:ext cx="5718666" cy="3426867"/>
          </a:xfrm>
          <a:prstGeom prst="rect">
            <a:avLst/>
          </a:prstGeom>
        </p:spPr>
      </p:pic>
    </p:spTree>
    <p:extLst>
      <p:ext uri="{BB962C8B-B14F-4D97-AF65-F5344CB8AC3E}">
        <p14:creationId xmlns:p14="http://schemas.microsoft.com/office/powerpoint/2010/main" val="2209294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63">
          <a:extLst>
            <a:ext uri="{FF2B5EF4-FFF2-40B4-BE49-F238E27FC236}">
              <a16:creationId xmlns:a16="http://schemas.microsoft.com/office/drawing/2014/main" id="{201172C0-F6E7-E19C-E88E-845C6CEE0AA2}"/>
            </a:ext>
          </a:extLst>
        </p:cNvPr>
        <p:cNvGrpSpPr/>
        <p:nvPr/>
      </p:nvGrpSpPr>
      <p:grpSpPr>
        <a:xfrm>
          <a:off x="0" y="0"/>
          <a:ext cx="0" cy="0"/>
          <a:chOff x="0" y="0"/>
          <a:chExt cx="0" cy="0"/>
        </a:xfrm>
      </p:grpSpPr>
      <p:sp>
        <p:nvSpPr>
          <p:cNvPr id="564" name="Google Shape;564;p8">
            <a:extLst>
              <a:ext uri="{FF2B5EF4-FFF2-40B4-BE49-F238E27FC236}">
                <a16:creationId xmlns:a16="http://schemas.microsoft.com/office/drawing/2014/main" id="{AD9B051A-A1FF-BEE6-C9AD-CF9812D0947F}"/>
              </a:ext>
            </a:extLst>
          </p:cNvPr>
          <p:cNvSpPr txBox="1">
            <a:spLocks noGrp="1"/>
          </p:cNvSpPr>
          <p:nvPr>
            <p:ph type="title"/>
          </p:nvPr>
        </p:nvSpPr>
        <p:spPr>
          <a:xfrm>
            <a:off x="774145" y="223964"/>
            <a:ext cx="10579655" cy="1357186"/>
          </a:xfrm>
          <a:prstGeom prst="rect">
            <a:avLst/>
          </a:prstGeom>
          <a:noFill/>
          <a:ln>
            <a:noFill/>
          </a:ln>
        </p:spPr>
        <p:txBody>
          <a:bodyPr spcFirstLastPara="1" wrap="square" lIns="91425" tIns="45700" rIns="91425" bIns="45700" anchor="ctr" anchorCtr="0">
            <a:noAutofit/>
          </a:bodyPr>
          <a:lstStyle/>
          <a:p>
            <a:pPr marL="0" lvl="0" indent="0" algn="l" rtl="0">
              <a:lnSpc>
                <a:spcPct val="120000"/>
              </a:lnSpc>
              <a:spcBef>
                <a:spcPts val="0"/>
              </a:spcBef>
              <a:spcAft>
                <a:spcPts val="0"/>
              </a:spcAft>
              <a:buClr>
                <a:srgbClr val="0072FF"/>
              </a:buClr>
              <a:buSzPts val="3700"/>
              <a:buFont typeface="Times New Roman"/>
              <a:buNone/>
            </a:pPr>
            <a:r>
              <a:rPr lang="vi-VN" sz="3700"/>
              <a:t>3.3 </a:t>
            </a:r>
            <a:r>
              <a:rPr lang="vi-VN" sz="4000"/>
              <a:t>Thiết kế phần mềm</a:t>
            </a:r>
            <a:endParaRPr sz="3700"/>
          </a:p>
        </p:txBody>
      </p:sp>
      <p:sp>
        <p:nvSpPr>
          <p:cNvPr id="565" name="Google Shape;565;p8">
            <a:extLst>
              <a:ext uri="{FF2B5EF4-FFF2-40B4-BE49-F238E27FC236}">
                <a16:creationId xmlns:a16="http://schemas.microsoft.com/office/drawing/2014/main" id="{B85C05AF-70FD-523F-0240-0AB860779672}"/>
              </a:ext>
            </a:extLst>
          </p:cNvPr>
          <p:cNvSpPr txBox="1">
            <a:spLocks noGrp="1"/>
          </p:cNvSpPr>
          <p:nvPr>
            <p:ph type="body" idx="1"/>
          </p:nvPr>
        </p:nvSpPr>
        <p:spPr>
          <a:xfrm>
            <a:off x="774144" y="1809750"/>
            <a:ext cx="10655855" cy="4158343"/>
          </a:xfrm>
          <a:prstGeom prst="rect">
            <a:avLst/>
          </a:prstGeom>
          <a:noFill/>
          <a:ln>
            <a:noFill/>
          </a:ln>
        </p:spPr>
        <p:txBody>
          <a:bodyPr spcFirstLastPara="1" wrap="square" lIns="91425" tIns="45700" rIns="91425" bIns="45700" anchor="t" anchorCtr="0">
            <a:normAutofit fontScale="92500" lnSpcReduction="10000"/>
          </a:bodyPr>
          <a:lstStyle/>
          <a:p>
            <a:pPr marL="50800" indent="0" algn="l">
              <a:buNone/>
            </a:pPr>
            <a:r>
              <a:rPr lang="vi-VN" b="1" dirty="0"/>
              <a:t>Luồng Dữ liệu (Data Flow) trong Pipeline</a:t>
            </a:r>
            <a:endParaRPr lang="vi-VN" dirty="0"/>
          </a:p>
          <a:p>
            <a:pPr algn="l"/>
            <a:r>
              <a:rPr lang="vi-VN" b="1" dirty="0"/>
              <a:t>Camera Input:</a:t>
            </a:r>
            <a:r>
              <a:rPr lang="en-US" b="1" dirty="0"/>
              <a:t> </a:t>
            </a:r>
            <a:r>
              <a:rPr lang="vi-VN" dirty="0"/>
              <a:t>Ảnh RGB kích thước 640x480</a:t>
            </a:r>
            <a:endParaRPr lang="en-US" dirty="0"/>
          </a:p>
          <a:p>
            <a:pPr algn="l"/>
            <a:r>
              <a:rPr lang="vi-VN" b="1" dirty="0"/>
              <a:t>YuNet:</a:t>
            </a:r>
            <a:r>
              <a:rPr lang="en-US" b="1" dirty="0"/>
              <a:t> </a:t>
            </a:r>
            <a:r>
              <a:rPr lang="vi-VN" dirty="0"/>
              <a:t>Trả về Bounding Box (x,y,w,h) và 5 Điểm Landmarks.</a:t>
            </a:r>
          </a:p>
          <a:p>
            <a:pPr algn="l"/>
            <a:r>
              <a:rPr lang="vi-VN" b="1" dirty="0"/>
              <a:t>Aligner:</a:t>
            </a:r>
            <a:r>
              <a:rPr lang="en-US" b="1" dirty="0"/>
              <a:t> </a:t>
            </a:r>
            <a:r>
              <a:rPr lang="vi-VN" dirty="0"/>
              <a:t>Cắt và xoay ảnh về tensor chuẩn hóa (112x112).</a:t>
            </a:r>
          </a:p>
          <a:p>
            <a:pPr algn="l"/>
            <a:r>
              <a:rPr lang="vi-VN" b="1" dirty="0"/>
              <a:t>Model FaceLiVT/SFace:</a:t>
            </a:r>
            <a:r>
              <a:rPr lang="en-US" b="1" dirty="0"/>
              <a:t> </a:t>
            </a:r>
            <a:r>
              <a:rPr lang="vi-VN" dirty="0"/>
              <a:t>Trả về Vector float32 kích thước 128-dim hoặc 1284-dim.</a:t>
            </a:r>
          </a:p>
          <a:p>
            <a:pPr algn="l"/>
            <a:r>
              <a:rPr lang="vi-VN" b="1" dirty="0"/>
              <a:t>Matcher:</a:t>
            </a:r>
            <a:r>
              <a:rPr lang="vi-VN" dirty="0"/>
              <a:t> Tính toán Cosine similarity trả về `Employee_ID` và `Confidence Score`.</a:t>
            </a:r>
          </a:p>
          <a:p>
            <a:pPr marL="228600" lvl="0" indent="-50800" algn="just" rtl="0">
              <a:lnSpc>
                <a:spcPct val="130000"/>
              </a:lnSpc>
              <a:spcBef>
                <a:spcPts val="600"/>
              </a:spcBef>
              <a:spcAft>
                <a:spcPts val="0"/>
              </a:spcAft>
              <a:buClr>
                <a:schemeClr val="dk1"/>
              </a:buClr>
              <a:buSzPts val="2800"/>
              <a:buNone/>
            </a:pPr>
            <a:endParaRPr dirty="0"/>
          </a:p>
        </p:txBody>
      </p:sp>
      <p:sp>
        <p:nvSpPr>
          <p:cNvPr id="566" name="Google Shape;566;p8">
            <a:extLst>
              <a:ext uri="{FF2B5EF4-FFF2-40B4-BE49-F238E27FC236}">
                <a16:creationId xmlns:a16="http://schemas.microsoft.com/office/drawing/2014/main" id="{181E8FF7-D528-339F-1147-8BF2FFF47A5B}"/>
              </a:ext>
            </a:extLst>
          </p:cNvPr>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vi-VN"/>
              <a:t>Trường Đại học Công nghệ Thông tin, ĐHQG-HCM</a:t>
            </a:r>
            <a:endParaRPr/>
          </a:p>
        </p:txBody>
      </p:sp>
      <p:sp>
        <p:nvSpPr>
          <p:cNvPr id="567" name="Google Shape;567;p8">
            <a:extLst>
              <a:ext uri="{FF2B5EF4-FFF2-40B4-BE49-F238E27FC236}">
                <a16:creationId xmlns:a16="http://schemas.microsoft.com/office/drawing/2014/main" id="{D37726FA-1501-87D0-51A0-369EFD13049D}"/>
              </a:ext>
            </a:extLst>
          </p:cNvPr>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vi-VN"/>
              <a:t>13</a:t>
            </a:fld>
            <a:endParaRPr/>
          </a:p>
        </p:txBody>
      </p:sp>
    </p:spTree>
    <p:extLst>
      <p:ext uri="{BB962C8B-B14F-4D97-AF65-F5344CB8AC3E}">
        <p14:creationId xmlns:p14="http://schemas.microsoft.com/office/powerpoint/2010/main" val="35225982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63">
          <a:extLst>
            <a:ext uri="{FF2B5EF4-FFF2-40B4-BE49-F238E27FC236}">
              <a16:creationId xmlns:a16="http://schemas.microsoft.com/office/drawing/2014/main" id="{3FCF31B2-7092-F0C7-FFF0-4347811EF172}"/>
            </a:ext>
          </a:extLst>
        </p:cNvPr>
        <p:cNvGrpSpPr/>
        <p:nvPr/>
      </p:nvGrpSpPr>
      <p:grpSpPr>
        <a:xfrm>
          <a:off x="0" y="0"/>
          <a:ext cx="0" cy="0"/>
          <a:chOff x="0" y="0"/>
          <a:chExt cx="0" cy="0"/>
        </a:xfrm>
      </p:grpSpPr>
      <p:sp>
        <p:nvSpPr>
          <p:cNvPr id="564" name="Google Shape;564;p8">
            <a:extLst>
              <a:ext uri="{FF2B5EF4-FFF2-40B4-BE49-F238E27FC236}">
                <a16:creationId xmlns:a16="http://schemas.microsoft.com/office/drawing/2014/main" id="{C8B2723D-AF95-A5A0-671B-CADD08F4AB5F}"/>
              </a:ext>
            </a:extLst>
          </p:cNvPr>
          <p:cNvSpPr txBox="1">
            <a:spLocks noGrp="1"/>
          </p:cNvSpPr>
          <p:nvPr>
            <p:ph type="title"/>
          </p:nvPr>
        </p:nvSpPr>
        <p:spPr>
          <a:xfrm>
            <a:off x="774145" y="223964"/>
            <a:ext cx="10579655" cy="1357186"/>
          </a:xfrm>
          <a:prstGeom prst="rect">
            <a:avLst/>
          </a:prstGeom>
          <a:noFill/>
          <a:ln>
            <a:noFill/>
          </a:ln>
        </p:spPr>
        <p:txBody>
          <a:bodyPr spcFirstLastPara="1" wrap="square" lIns="91425" tIns="45700" rIns="91425" bIns="45700" anchor="ctr" anchorCtr="0">
            <a:noAutofit/>
          </a:bodyPr>
          <a:lstStyle/>
          <a:p>
            <a:pPr marL="0" lvl="0" indent="0" algn="l" rtl="0">
              <a:lnSpc>
                <a:spcPct val="120000"/>
              </a:lnSpc>
              <a:spcBef>
                <a:spcPts val="0"/>
              </a:spcBef>
              <a:spcAft>
                <a:spcPts val="0"/>
              </a:spcAft>
              <a:buClr>
                <a:srgbClr val="0072FF"/>
              </a:buClr>
              <a:buSzPts val="3700"/>
              <a:buFont typeface="Times New Roman"/>
              <a:buNone/>
            </a:pPr>
            <a:r>
              <a:rPr lang="vi-VN" sz="3700"/>
              <a:t>3.3 </a:t>
            </a:r>
            <a:r>
              <a:rPr lang="vi-VN" sz="4000"/>
              <a:t>Thiết kế phần mềm</a:t>
            </a:r>
            <a:endParaRPr sz="3700"/>
          </a:p>
        </p:txBody>
      </p:sp>
      <p:sp>
        <p:nvSpPr>
          <p:cNvPr id="565" name="Google Shape;565;p8">
            <a:extLst>
              <a:ext uri="{FF2B5EF4-FFF2-40B4-BE49-F238E27FC236}">
                <a16:creationId xmlns:a16="http://schemas.microsoft.com/office/drawing/2014/main" id="{BDB062BD-8568-AC0B-8216-885D320580ED}"/>
              </a:ext>
            </a:extLst>
          </p:cNvPr>
          <p:cNvSpPr txBox="1">
            <a:spLocks noGrp="1"/>
          </p:cNvSpPr>
          <p:nvPr>
            <p:ph type="body" idx="1"/>
          </p:nvPr>
        </p:nvSpPr>
        <p:spPr>
          <a:xfrm>
            <a:off x="774144" y="1809750"/>
            <a:ext cx="10655855" cy="4158343"/>
          </a:xfrm>
          <a:prstGeom prst="rect">
            <a:avLst/>
          </a:prstGeom>
          <a:noFill/>
          <a:ln>
            <a:noFill/>
          </a:ln>
        </p:spPr>
        <p:txBody>
          <a:bodyPr spcFirstLastPara="1" wrap="square" lIns="91425" tIns="45700" rIns="91425" bIns="45700" anchor="t" anchorCtr="0">
            <a:normAutofit fontScale="92500" lnSpcReduction="10000"/>
          </a:bodyPr>
          <a:lstStyle/>
          <a:p>
            <a:pPr marL="50800" indent="0">
              <a:buNone/>
            </a:pPr>
            <a:r>
              <a:rPr lang="vi-VN" b="1" dirty="0"/>
              <a:t>Luồng Dữ liệu (Data Flow) trong Pipeline</a:t>
            </a:r>
            <a:endParaRPr lang="vi-VN" dirty="0"/>
          </a:p>
          <a:p>
            <a:r>
              <a:rPr lang="vi-VN" dirty="0"/>
              <a:t>*   </a:t>
            </a:r>
            <a:r>
              <a:rPr lang="vi-VN" b="1" dirty="0"/>
              <a:t>**Camera Input:**</a:t>
            </a:r>
            <a:r>
              <a:rPr lang="vi-VN" dirty="0"/>
              <a:t> Ảnh RGB kích thước 640x480</a:t>
            </a:r>
          </a:p>
          <a:p>
            <a:r>
              <a:rPr lang="vi-VN" dirty="0"/>
              <a:t>*   </a:t>
            </a:r>
            <a:r>
              <a:rPr lang="vi-VN" b="1" dirty="0"/>
              <a:t>**YuNet:**</a:t>
            </a:r>
            <a:r>
              <a:rPr lang="vi-VN" dirty="0"/>
              <a:t> Trả về Bounding Box (x,y,w,h) và 5 Điểm Landmarks.</a:t>
            </a:r>
          </a:p>
          <a:p>
            <a:r>
              <a:rPr lang="vi-VN" dirty="0"/>
              <a:t>*   </a:t>
            </a:r>
            <a:r>
              <a:rPr lang="vi-VN" b="1" dirty="0"/>
              <a:t>**Aligner:**</a:t>
            </a:r>
            <a:r>
              <a:rPr lang="vi-VN" dirty="0"/>
              <a:t> Cắt và xoay ảnh về tensor chuẩn hóa (112x112).</a:t>
            </a:r>
          </a:p>
          <a:p>
            <a:r>
              <a:rPr lang="vi-VN" dirty="0"/>
              <a:t>*   </a:t>
            </a:r>
            <a:r>
              <a:rPr lang="vi-VN" b="1" dirty="0"/>
              <a:t>**Model FaceLiVT/SFace:**</a:t>
            </a:r>
            <a:r>
              <a:rPr lang="vi-VN" dirty="0"/>
              <a:t> Trả về Vector float32 kích thước 128-dim hoặc 1284-dim.</a:t>
            </a:r>
          </a:p>
          <a:p>
            <a:r>
              <a:rPr lang="vi-VN" dirty="0"/>
              <a:t>*   </a:t>
            </a:r>
            <a:r>
              <a:rPr lang="vi-VN" b="1" dirty="0"/>
              <a:t>**Matcher:**</a:t>
            </a:r>
            <a:r>
              <a:rPr lang="vi-VN" dirty="0"/>
              <a:t> Tính toán Cosine similarity trả về `Employee_ID` và `Confidence Score`.</a:t>
            </a:r>
          </a:p>
          <a:p>
            <a:pPr marL="228600" lvl="0" indent="-50800" algn="just" rtl="0">
              <a:lnSpc>
                <a:spcPct val="130000"/>
              </a:lnSpc>
              <a:spcBef>
                <a:spcPts val="600"/>
              </a:spcBef>
              <a:spcAft>
                <a:spcPts val="0"/>
              </a:spcAft>
              <a:buClr>
                <a:schemeClr val="dk1"/>
              </a:buClr>
              <a:buSzPts val="2800"/>
              <a:buNone/>
            </a:pPr>
            <a:endParaRPr dirty="0"/>
          </a:p>
        </p:txBody>
      </p:sp>
      <p:sp>
        <p:nvSpPr>
          <p:cNvPr id="566" name="Google Shape;566;p8">
            <a:extLst>
              <a:ext uri="{FF2B5EF4-FFF2-40B4-BE49-F238E27FC236}">
                <a16:creationId xmlns:a16="http://schemas.microsoft.com/office/drawing/2014/main" id="{0703C09F-C989-B1EA-F6BB-A577EDC0C742}"/>
              </a:ext>
            </a:extLst>
          </p:cNvPr>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vi-VN"/>
              <a:t>Trường Đại học Công nghệ Thông tin, ĐHQG-HCM</a:t>
            </a:r>
            <a:endParaRPr/>
          </a:p>
        </p:txBody>
      </p:sp>
      <p:sp>
        <p:nvSpPr>
          <p:cNvPr id="567" name="Google Shape;567;p8">
            <a:extLst>
              <a:ext uri="{FF2B5EF4-FFF2-40B4-BE49-F238E27FC236}">
                <a16:creationId xmlns:a16="http://schemas.microsoft.com/office/drawing/2014/main" id="{1468ED96-AFE6-695C-FB99-F6CC039503E9}"/>
              </a:ext>
            </a:extLst>
          </p:cNvPr>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vi-VN"/>
              <a:t>14</a:t>
            </a:fld>
            <a:endParaRPr/>
          </a:p>
        </p:txBody>
      </p:sp>
    </p:spTree>
    <p:extLst>
      <p:ext uri="{BB962C8B-B14F-4D97-AF65-F5344CB8AC3E}">
        <p14:creationId xmlns:p14="http://schemas.microsoft.com/office/powerpoint/2010/main" val="23638024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63">
          <a:extLst>
            <a:ext uri="{FF2B5EF4-FFF2-40B4-BE49-F238E27FC236}">
              <a16:creationId xmlns:a16="http://schemas.microsoft.com/office/drawing/2014/main" id="{9247E063-D576-17AE-40F1-2715751206B1}"/>
            </a:ext>
          </a:extLst>
        </p:cNvPr>
        <p:cNvGrpSpPr/>
        <p:nvPr/>
      </p:nvGrpSpPr>
      <p:grpSpPr>
        <a:xfrm>
          <a:off x="0" y="0"/>
          <a:ext cx="0" cy="0"/>
          <a:chOff x="0" y="0"/>
          <a:chExt cx="0" cy="0"/>
        </a:xfrm>
      </p:grpSpPr>
      <p:sp>
        <p:nvSpPr>
          <p:cNvPr id="564" name="Google Shape;564;p8">
            <a:extLst>
              <a:ext uri="{FF2B5EF4-FFF2-40B4-BE49-F238E27FC236}">
                <a16:creationId xmlns:a16="http://schemas.microsoft.com/office/drawing/2014/main" id="{5DF28ACF-7619-1D65-136F-FB5ABBF52BA9}"/>
              </a:ext>
            </a:extLst>
          </p:cNvPr>
          <p:cNvSpPr txBox="1">
            <a:spLocks noGrp="1"/>
          </p:cNvSpPr>
          <p:nvPr>
            <p:ph type="title"/>
          </p:nvPr>
        </p:nvSpPr>
        <p:spPr>
          <a:xfrm>
            <a:off x="774145" y="223964"/>
            <a:ext cx="10579655" cy="1357186"/>
          </a:xfrm>
          <a:prstGeom prst="rect">
            <a:avLst/>
          </a:prstGeom>
          <a:noFill/>
          <a:ln>
            <a:noFill/>
          </a:ln>
        </p:spPr>
        <p:txBody>
          <a:bodyPr spcFirstLastPara="1" wrap="square" lIns="91425" tIns="45700" rIns="91425" bIns="45700" anchor="ctr" anchorCtr="0">
            <a:noAutofit/>
          </a:bodyPr>
          <a:lstStyle/>
          <a:p>
            <a:pPr marL="0" lvl="0" indent="0" algn="l" rtl="0">
              <a:lnSpc>
                <a:spcPct val="120000"/>
              </a:lnSpc>
              <a:spcBef>
                <a:spcPts val="0"/>
              </a:spcBef>
              <a:spcAft>
                <a:spcPts val="0"/>
              </a:spcAft>
              <a:buClr>
                <a:srgbClr val="0072FF"/>
              </a:buClr>
              <a:buSzPts val="3700"/>
              <a:buFont typeface="Times New Roman"/>
              <a:buNone/>
            </a:pPr>
            <a:r>
              <a:rPr lang="vi-VN" sz="3700"/>
              <a:t>3.3 </a:t>
            </a:r>
            <a:r>
              <a:rPr lang="vi-VN" sz="4000"/>
              <a:t>Thiết kế phần mềm</a:t>
            </a:r>
            <a:endParaRPr sz="3700"/>
          </a:p>
        </p:txBody>
      </p:sp>
      <p:sp>
        <p:nvSpPr>
          <p:cNvPr id="565" name="Google Shape;565;p8">
            <a:extLst>
              <a:ext uri="{FF2B5EF4-FFF2-40B4-BE49-F238E27FC236}">
                <a16:creationId xmlns:a16="http://schemas.microsoft.com/office/drawing/2014/main" id="{62518648-C021-D7E3-876C-39AF30E5AAB9}"/>
              </a:ext>
            </a:extLst>
          </p:cNvPr>
          <p:cNvSpPr txBox="1">
            <a:spLocks noGrp="1"/>
          </p:cNvSpPr>
          <p:nvPr>
            <p:ph type="body" idx="1"/>
          </p:nvPr>
        </p:nvSpPr>
        <p:spPr>
          <a:xfrm>
            <a:off x="774144" y="1809750"/>
            <a:ext cx="10655855" cy="4158343"/>
          </a:xfrm>
          <a:prstGeom prst="rect">
            <a:avLst/>
          </a:prstGeom>
          <a:noFill/>
          <a:ln>
            <a:noFill/>
          </a:ln>
        </p:spPr>
        <p:txBody>
          <a:bodyPr spcFirstLastPara="1" wrap="square" lIns="91425" tIns="45700" rIns="91425" bIns="45700" anchor="t" anchorCtr="0">
            <a:normAutofit fontScale="70000" lnSpcReduction="20000"/>
          </a:bodyPr>
          <a:lstStyle/>
          <a:p>
            <a:pPr marL="50800" indent="0">
              <a:buNone/>
            </a:pPr>
            <a:r>
              <a:rPr lang="vi-VN" b="1" dirty="0"/>
              <a:t>Bước 1 - Face Detection (Giới thiệu YuNet)</a:t>
            </a:r>
            <a:endParaRPr lang="vi-VN" dirty="0"/>
          </a:p>
          <a:p>
            <a:r>
              <a:rPr lang="vi-VN" b="1" dirty="0"/>
              <a:t>YuNet:</a:t>
            </a:r>
            <a:r>
              <a:rPr lang="en-US" b="1" dirty="0"/>
              <a:t> </a:t>
            </a:r>
            <a:r>
              <a:rPr lang="vi-VN" dirty="0"/>
              <a:t>Mô hình phát hiện khuôn mặt cực nhẹ được tích hợp sẵn trong OpenCV DNN.</a:t>
            </a:r>
          </a:p>
          <a:p>
            <a:r>
              <a:rPr lang="vi-VN" b="1" dirty="0"/>
              <a:t>Đặc điểm:</a:t>
            </a:r>
            <a:r>
              <a:rPr lang="en-US" b="1" dirty="0"/>
              <a:t> </a:t>
            </a:r>
            <a:r>
              <a:rPr lang="vi-VN" dirty="0"/>
              <a:t>Hoạt động dựa trên kiến trúc CNN tối ưu, dung lượng model chỉ ~330KB.</a:t>
            </a:r>
          </a:p>
          <a:p>
            <a:r>
              <a:rPr lang="vi-VN" b="1" dirty="0"/>
              <a:t>Khả năng:</a:t>
            </a:r>
            <a:r>
              <a:rPr lang="en-US" b="1" dirty="0"/>
              <a:t> </a:t>
            </a:r>
            <a:r>
              <a:rPr lang="vi-VN" dirty="0"/>
              <a:t>Phát hiện mặt ở nhiều góc độ và cung cấp sẵn 5 điểm Landmarks (mắt trái, mắt phải, mũi, hai khóe miệng) trong một lần inference duy nhất.</a:t>
            </a:r>
          </a:p>
          <a:p>
            <a:r>
              <a:rPr lang="vi-VN" i="1" dirty="0"/>
              <a:t>(Chèn hình ảnh trực quan minh họa bounding box và 5 điểm màu)*</a:t>
            </a:r>
            <a:endParaRPr lang="vi-VN" dirty="0"/>
          </a:p>
          <a:p>
            <a:r>
              <a:rPr lang="vi-VN" b="1" dirty="0"/>
              <a:t>Latency:</a:t>
            </a:r>
            <a:r>
              <a:rPr lang="en-US" b="1" dirty="0"/>
              <a:t> </a:t>
            </a:r>
            <a:r>
              <a:rPr lang="vi-VN" dirty="0"/>
              <a:t>Chỉ mất ~6-10ms/frame trên PC và ổn định trên Raspberry Pi.</a:t>
            </a:r>
            <a:endParaRPr lang="en-US" dirty="0"/>
          </a:p>
          <a:p>
            <a:r>
              <a:rPr lang="vi-VN" dirty="0"/>
              <a:t>Thiết lập kích thước input cố định.</a:t>
            </a:r>
          </a:p>
          <a:p>
            <a:r>
              <a:rPr lang="vi-VN" dirty="0"/>
              <a:t>Nếu trong ảnh có nhiều người, hàm `detect_largest()` tự động lọc ra khuôn mặt có diện tích lớn nhất để tập trung xử lý.</a:t>
            </a:r>
          </a:p>
          <a:p>
            <a:endParaRPr lang="vi-VN" dirty="0"/>
          </a:p>
          <a:p>
            <a:pPr marL="228600" lvl="0" indent="-50800" algn="just" rtl="0">
              <a:lnSpc>
                <a:spcPct val="130000"/>
              </a:lnSpc>
              <a:spcBef>
                <a:spcPts val="600"/>
              </a:spcBef>
              <a:spcAft>
                <a:spcPts val="0"/>
              </a:spcAft>
              <a:buClr>
                <a:schemeClr val="dk1"/>
              </a:buClr>
              <a:buSzPts val="2800"/>
              <a:buNone/>
            </a:pPr>
            <a:endParaRPr dirty="0"/>
          </a:p>
        </p:txBody>
      </p:sp>
      <p:sp>
        <p:nvSpPr>
          <p:cNvPr id="566" name="Google Shape;566;p8">
            <a:extLst>
              <a:ext uri="{FF2B5EF4-FFF2-40B4-BE49-F238E27FC236}">
                <a16:creationId xmlns:a16="http://schemas.microsoft.com/office/drawing/2014/main" id="{BA147A3C-EFC1-E8CF-AF1C-B293F2AAB1CE}"/>
              </a:ext>
            </a:extLst>
          </p:cNvPr>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vi-VN"/>
              <a:t>Trường Đại học Công nghệ Thông tin, ĐHQG-HCM</a:t>
            </a:r>
            <a:endParaRPr/>
          </a:p>
        </p:txBody>
      </p:sp>
      <p:sp>
        <p:nvSpPr>
          <p:cNvPr id="567" name="Google Shape;567;p8">
            <a:extLst>
              <a:ext uri="{FF2B5EF4-FFF2-40B4-BE49-F238E27FC236}">
                <a16:creationId xmlns:a16="http://schemas.microsoft.com/office/drawing/2014/main" id="{A0D56722-5875-DF85-0CD2-85AB59AD204B}"/>
              </a:ext>
            </a:extLst>
          </p:cNvPr>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vi-VN"/>
              <a:t>15</a:t>
            </a:fld>
            <a:endParaRPr/>
          </a:p>
        </p:txBody>
      </p:sp>
    </p:spTree>
    <p:extLst>
      <p:ext uri="{BB962C8B-B14F-4D97-AF65-F5344CB8AC3E}">
        <p14:creationId xmlns:p14="http://schemas.microsoft.com/office/powerpoint/2010/main" val="20971864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63">
          <a:extLst>
            <a:ext uri="{FF2B5EF4-FFF2-40B4-BE49-F238E27FC236}">
              <a16:creationId xmlns:a16="http://schemas.microsoft.com/office/drawing/2014/main" id="{2247D593-87EC-555B-3585-927893A22158}"/>
            </a:ext>
          </a:extLst>
        </p:cNvPr>
        <p:cNvGrpSpPr/>
        <p:nvPr/>
      </p:nvGrpSpPr>
      <p:grpSpPr>
        <a:xfrm>
          <a:off x="0" y="0"/>
          <a:ext cx="0" cy="0"/>
          <a:chOff x="0" y="0"/>
          <a:chExt cx="0" cy="0"/>
        </a:xfrm>
      </p:grpSpPr>
      <p:sp>
        <p:nvSpPr>
          <p:cNvPr id="564" name="Google Shape;564;p8">
            <a:extLst>
              <a:ext uri="{FF2B5EF4-FFF2-40B4-BE49-F238E27FC236}">
                <a16:creationId xmlns:a16="http://schemas.microsoft.com/office/drawing/2014/main" id="{EE2E5A51-CBFC-2F14-66B0-A4BC2E92C3AB}"/>
              </a:ext>
            </a:extLst>
          </p:cNvPr>
          <p:cNvSpPr txBox="1">
            <a:spLocks noGrp="1"/>
          </p:cNvSpPr>
          <p:nvPr>
            <p:ph type="title"/>
          </p:nvPr>
        </p:nvSpPr>
        <p:spPr>
          <a:xfrm>
            <a:off x="774145" y="223964"/>
            <a:ext cx="10579655" cy="1357186"/>
          </a:xfrm>
          <a:prstGeom prst="rect">
            <a:avLst/>
          </a:prstGeom>
          <a:noFill/>
          <a:ln>
            <a:noFill/>
          </a:ln>
        </p:spPr>
        <p:txBody>
          <a:bodyPr spcFirstLastPara="1" wrap="square" lIns="91425" tIns="45700" rIns="91425" bIns="45700" anchor="ctr" anchorCtr="0">
            <a:noAutofit/>
          </a:bodyPr>
          <a:lstStyle/>
          <a:p>
            <a:pPr marL="0" lvl="0" indent="0" algn="l" rtl="0">
              <a:lnSpc>
                <a:spcPct val="120000"/>
              </a:lnSpc>
              <a:spcBef>
                <a:spcPts val="0"/>
              </a:spcBef>
              <a:spcAft>
                <a:spcPts val="0"/>
              </a:spcAft>
              <a:buClr>
                <a:srgbClr val="0072FF"/>
              </a:buClr>
              <a:buSzPts val="3700"/>
              <a:buFont typeface="Times New Roman"/>
              <a:buNone/>
            </a:pPr>
            <a:r>
              <a:rPr lang="vi-VN" sz="3700"/>
              <a:t>3.3 </a:t>
            </a:r>
            <a:r>
              <a:rPr lang="vi-VN" sz="4000"/>
              <a:t>Thiết kế phần mềm</a:t>
            </a:r>
            <a:endParaRPr sz="3700"/>
          </a:p>
        </p:txBody>
      </p:sp>
      <p:sp>
        <p:nvSpPr>
          <p:cNvPr id="565" name="Google Shape;565;p8">
            <a:extLst>
              <a:ext uri="{FF2B5EF4-FFF2-40B4-BE49-F238E27FC236}">
                <a16:creationId xmlns:a16="http://schemas.microsoft.com/office/drawing/2014/main" id="{91BA95E9-0A04-E9ED-5358-7EAFC081CFD7}"/>
              </a:ext>
            </a:extLst>
          </p:cNvPr>
          <p:cNvSpPr txBox="1">
            <a:spLocks noGrp="1"/>
          </p:cNvSpPr>
          <p:nvPr>
            <p:ph type="body" idx="1"/>
          </p:nvPr>
        </p:nvSpPr>
        <p:spPr>
          <a:xfrm>
            <a:off x="774144" y="1809750"/>
            <a:ext cx="10655855" cy="4158343"/>
          </a:xfrm>
          <a:prstGeom prst="rect">
            <a:avLst/>
          </a:prstGeom>
          <a:noFill/>
          <a:ln>
            <a:noFill/>
          </a:ln>
        </p:spPr>
        <p:txBody>
          <a:bodyPr spcFirstLastPara="1" wrap="square" lIns="91425" tIns="45700" rIns="91425" bIns="45700" anchor="t" anchorCtr="0">
            <a:normAutofit fontScale="25000" lnSpcReduction="20000"/>
          </a:bodyPr>
          <a:lstStyle/>
          <a:p>
            <a:pPr marL="50800" indent="0" algn="l">
              <a:buNone/>
            </a:pPr>
            <a:r>
              <a:rPr lang="vi-VN" sz="6200" b="1" dirty="0"/>
              <a:t>Bước 2 - </a:t>
            </a:r>
            <a:r>
              <a:rPr lang="en-US" sz="6200" dirty="0"/>
              <a:t>t</a:t>
            </a:r>
            <a:r>
              <a:rPr lang="vi-VN" sz="6200" dirty="0"/>
              <a:t>ốn tài nguyên tính toán vô ích</a:t>
            </a:r>
            <a:r>
              <a:rPr lang="en-US" sz="6200" dirty="0"/>
              <a:t>, t</a:t>
            </a:r>
            <a:r>
              <a:rPr lang="vi-VN" sz="6200" dirty="0"/>
              <a:t>ăng tỷ lệ nhận diện sai (False Accept) hoặc từ chối sai (False Reject).</a:t>
            </a:r>
            <a:r>
              <a:rPr lang="vi-VN" sz="6200" b="1" dirty="0"/>
              <a:t> Best Frame Selector (Vấn đề)</a:t>
            </a:r>
            <a:endParaRPr lang="vi-VN" sz="6200" dirty="0"/>
          </a:p>
          <a:p>
            <a:pPr algn="l"/>
            <a:r>
              <a:rPr lang="vi-VN" sz="6200" dirty="0"/>
              <a:t>Camera liên tục trả về 30 khung hình/giây. Nhưng khi người dùng di chuyển, ảnh có thể bị nhòe (motion blur), nhắm mắt, hoặc quay mặt đi chỗ khác.</a:t>
            </a:r>
          </a:p>
          <a:p>
            <a:pPr algn="l"/>
            <a:r>
              <a:rPr lang="vi-VN" sz="6200" dirty="0"/>
              <a:t>Nếu đưa ảnh xấu vào nhận diện:</a:t>
            </a:r>
            <a:r>
              <a:rPr lang="en-US" sz="6200" dirty="0"/>
              <a:t> </a:t>
            </a:r>
            <a:br>
              <a:rPr lang="vi-VN" sz="6200" dirty="0"/>
            </a:br>
            <a:endParaRPr lang="vi-VN" sz="6200" dirty="0"/>
          </a:p>
          <a:p>
            <a:pPr marL="50800" indent="0" algn="l">
              <a:buNone/>
            </a:pPr>
            <a:r>
              <a:rPr lang="vi-VN" sz="6200" b="1" dirty="0"/>
              <a:t>Tiêu chí đánh giá chất lượng (Quality Score):</a:t>
            </a:r>
            <a:endParaRPr lang="en-US" sz="6200" b="1" dirty="0"/>
          </a:p>
          <a:p>
            <a:pPr algn="l"/>
            <a:r>
              <a:rPr lang="vi-VN" sz="6400" dirty="0"/>
              <a:t>Độ sắc nét (Sharpness):</a:t>
            </a:r>
            <a:r>
              <a:rPr lang="en-US" sz="6400" dirty="0"/>
              <a:t> </a:t>
            </a:r>
            <a:r>
              <a:rPr lang="vi-VN" sz="6400" dirty="0"/>
              <a:t>Dùng phương sai Laplacian để đo độ nét (tránh nhòe).</a:t>
            </a:r>
            <a:endParaRPr lang="en-US" sz="6400" dirty="0"/>
          </a:p>
          <a:p>
            <a:pPr algn="l"/>
            <a:r>
              <a:rPr lang="vi-VN" sz="6400" dirty="0"/>
              <a:t>Độ sáng (Brightness):</a:t>
            </a:r>
            <a:r>
              <a:rPr lang="en-US" sz="6400" dirty="0"/>
              <a:t> </a:t>
            </a:r>
            <a:r>
              <a:rPr lang="vi-VN" sz="6400" dirty="0"/>
              <a:t>Đo giá trị pixel trung bình (tránh quá tối/quá chói).</a:t>
            </a:r>
            <a:endParaRPr lang="en-US" sz="6400" dirty="0"/>
          </a:p>
          <a:p>
            <a:pPr algn="l"/>
            <a:r>
              <a:rPr lang="vi-VN" sz="6400" dirty="0"/>
              <a:t>Diện tích mặt:** Mặt càng lớn, tỷ lệ càng cao.</a:t>
            </a:r>
            <a:endParaRPr lang="en-US" sz="6400" dirty="0"/>
          </a:p>
          <a:p>
            <a:pPr marL="50800" indent="0" algn="l">
              <a:buNone/>
            </a:pPr>
            <a:r>
              <a:rPr lang="vi-VN" sz="6200" b="1" dirty="0"/>
              <a:t>Logic:</a:t>
            </a:r>
            <a:r>
              <a:rPr lang="en-US" sz="6200" b="1" dirty="0"/>
              <a:t> </a:t>
            </a:r>
            <a:r>
              <a:rPr lang="vi-VN" sz="6200" dirty="0"/>
              <a:t>Tích lũy khung hình trong một cửa sổ thời gian (ví dụ 10 frames), chọn ra frame có điểm cao nhất để đẩy qua bước tiếp theo.</a:t>
            </a:r>
          </a:p>
          <a:p>
            <a:endParaRPr lang="vi-VN" dirty="0"/>
          </a:p>
          <a:p>
            <a:pPr marL="228600" lvl="0" indent="-50800" algn="just" rtl="0">
              <a:lnSpc>
                <a:spcPct val="130000"/>
              </a:lnSpc>
              <a:spcBef>
                <a:spcPts val="600"/>
              </a:spcBef>
              <a:spcAft>
                <a:spcPts val="0"/>
              </a:spcAft>
              <a:buClr>
                <a:schemeClr val="dk1"/>
              </a:buClr>
              <a:buSzPts val="2800"/>
              <a:buNone/>
            </a:pPr>
            <a:endParaRPr dirty="0"/>
          </a:p>
        </p:txBody>
      </p:sp>
      <p:sp>
        <p:nvSpPr>
          <p:cNvPr id="566" name="Google Shape;566;p8">
            <a:extLst>
              <a:ext uri="{FF2B5EF4-FFF2-40B4-BE49-F238E27FC236}">
                <a16:creationId xmlns:a16="http://schemas.microsoft.com/office/drawing/2014/main" id="{FD0A29C8-649E-28DE-9946-7407F337EAB0}"/>
              </a:ext>
            </a:extLst>
          </p:cNvPr>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vi-VN"/>
              <a:t>Trường Đại học Công nghệ Thông tin, ĐHQG-HCM</a:t>
            </a:r>
            <a:endParaRPr/>
          </a:p>
        </p:txBody>
      </p:sp>
      <p:sp>
        <p:nvSpPr>
          <p:cNvPr id="567" name="Google Shape;567;p8">
            <a:extLst>
              <a:ext uri="{FF2B5EF4-FFF2-40B4-BE49-F238E27FC236}">
                <a16:creationId xmlns:a16="http://schemas.microsoft.com/office/drawing/2014/main" id="{175C281D-88F3-5E3F-B9BB-21A91E8BD8D5}"/>
              </a:ext>
            </a:extLst>
          </p:cNvPr>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vi-VN"/>
              <a:t>16</a:t>
            </a:fld>
            <a:endParaRPr/>
          </a:p>
        </p:txBody>
      </p:sp>
    </p:spTree>
    <p:extLst>
      <p:ext uri="{BB962C8B-B14F-4D97-AF65-F5344CB8AC3E}">
        <p14:creationId xmlns:p14="http://schemas.microsoft.com/office/powerpoint/2010/main" val="30672526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63">
          <a:extLst>
            <a:ext uri="{FF2B5EF4-FFF2-40B4-BE49-F238E27FC236}">
              <a16:creationId xmlns:a16="http://schemas.microsoft.com/office/drawing/2014/main" id="{FA138F65-0013-DA73-353E-BCB394B28C66}"/>
            </a:ext>
          </a:extLst>
        </p:cNvPr>
        <p:cNvGrpSpPr/>
        <p:nvPr/>
      </p:nvGrpSpPr>
      <p:grpSpPr>
        <a:xfrm>
          <a:off x="0" y="0"/>
          <a:ext cx="0" cy="0"/>
          <a:chOff x="0" y="0"/>
          <a:chExt cx="0" cy="0"/>
        </a:xfrm>
      </p:grpSpPr>
      <p:sp>
        <p:nvSpPr>
          <p:cNvPr id="564" name="Google Shape;564;p8">
            <a:extLst>
              <a:ext uri="{FF2B5EF4-FFF2-40B4-BE49-F238E27FC236}">
                <a16:creationId xmlns:a16="http://schemas.microsoft.com/office/drawing/2014/main" id="{AC3B33C4-45A1-17D3-BDD5-CA08DFB4379A}"/>
              </a:ext>
            </a:extLst>
          </p:cNvPr>
          <p:cNvSpPr txBox="1">
            <a:spLocks noGrp="1"/>
          </p:cNvSpPr>
          <p:nvPr>
            <p:ph type="title"/>
          </p:nvPr>
        </p:nvSpPr>
        <p:spPr>
          <a:xfrm>
            <a:off x="774145" y="223964"/>
            <a:ext cx="10579655" cy="1357186"/>
          </a:xfrm>
          <a:prstGeom prst="rect">
            <a:avLst/>
          </a:prstGeom>
          <a:noFill/>
          <a:ln>
            <a:noFill/>
          </a:ln>
        </p:spPr>
        <p:txBody>
          <a:bodyPr spcFirstLastPara="1" wrap="square" lIns="91425" tIns="45700" rIns="91425" bIns="45700" anchor="ctr" anchorCtr="0">
            <a:noAutofit/>
          </a:bodyPr>
          <a:lstStyle/>
          <a:p>
            <a:pPr marL="0" lvl="0" indent="0" algn="l" rtl="0">
              <a:lnSpc>
                <a:spcPct val="120000"/>
              </a:lnSpc>
              <a:spcBef>
                <a:spcPts val="0"/>
              </a:spcBef>
              <a:spcAft>
                <a:spcPts val="0"/>
              </a:spcAft>
              <a:buClr>
                <a:srgbClr val="0072FF"/>
              </a:buClr>
              <a:buSzPts val="3700"/>
              <a:buFont typeface="Times New Roman"/>
              <a:buNone/>
            </a:pPr>
            <a:r>
              <a:rPr lang="vi-VN" sz="3700"/>
              <a:t>3.3 </a:t>
            </a:r>
            <a:r>
              <a:rPr lang="vi-VN" sz="4000"/>
              <a:t>Thiết kế phần mềm</a:t>
            </a:r>
            <a:endParaRPr sz="3700"/>
          </a:p>
        </p:txBody>
      </p:sp>
      <p:sp>
        <p:nvSpPr>
          <p:cNvPr id="565" name="Google Shape;565;p8">
            <a:extLst>
              <a:ext uri="{FF2B5EF4-FFF2-40B4-BE49-F238E27FC236}">
                <a16:creationId xmlns:a16="http://schemas.microsoft.com/office/drawing/2014/main" id="{6DF76BB2-5B91-7AAF-C02B-817755ACFAB2}"/>
              </a:ext>
            </a:extLst>
          </p:cNvPr>
          <p:cNvSpPr txBox="1">
            <a:spLocks noGrp="1"/>
          </p:cNvSpPr>
          <p:nvPr>
            <p:ph type="body" idx="1"/>
          </p:nvPr>
        </p:nvSpPr>
        <p:spPr>
          <a:xfrm>
            <a:off x="774144" y="1809750"/>
            <a:ext cx="10655855" cy="4158343"/>
          </a:xfrm>
          <a:prstGeom prst="rect">
            <a:avLst/>
          </a:prstGeom>
          <a:noFill/>
          <a:ln>
            <a:noFill/>
          </a:ln>
        </p:spPr>
        <p:txBody>
          <a:bodyPr spcFirstLastPara="1" wrap="square" lIns="91425" tIns="45700" rIns="91425" bIns="45700" anchor="t" anchorCtr="0">
            <a:normAutofit fontScale="70000" lnSpcReduction="20000"/>
          </a:bodyPr>
          <a:lstStyle/>
          <a:p>
            <a:pPr marL="50800" indent="0" algn="l">
              <a:buNone/>
            </a:pPr>
            <a:r>
              <a:rPr lang="vi-VN" b="1" dirty="0"/>
              <a:t>Bước 3 - Face Alignment (Căn chỉnh)</a:t>
            </a:r>
            <a:endParaRPr lang="vi-VN" dirty="0"/>
          </a:p>
          <a:p>
            <a:pPr marL="50800" indent="0" algn="l">
              <a:buNone/>
            </a:pPr>
            <a:r>
              <a:rPr lang="vi-VN" b="1" dirty="0"/>
              <a:t>Mục đích:</a:t>
            </a:r>
            <a:r>
              <a:rPr lang="en-US" b="1" dirty="0"/>
              <a:t> </a:t>
            </a:r>
            <a:r>
              <a:rPr lang="vi-VN" dirty="0"/>
              <a:t>Mô hình AI được huấn luyện trên các ảnh đã căn giữa. Nếu đưa ảnh bị nghiêng, sai lệch vị trí mắt/mũi thì độ chính xác sẽ giảm mạnh.</a:t>
            </a:r>
          </a:p>
          <a:p>
            <a:pPr marL="50800" indent="0" algn="l">
              <a:buNone/>
            </a:pPr>
            <a:r>
              <a:rPr lang="vi-VN" b="1" dirty="0"/>
              <a:t>Phương pháp (ArcFace Standard):</a:t>
            </a:r>
            <a:endParaRPr lang="vi-VN" dirty="0"/>
          </a:p>
          <a:p>
            <a:pPr algn="l"/>
            <a:r>
              <a:rPr lang="vi-VN" dirty="0"/>
              <a:t>Định nghĩa 5 tọa độ điểm chuẩn (Mắt, mũi, miệng) trên khung ảnh vuông 112x112.</a:t>
            </a:r>
          </a:p>
          <a:p>
            <a:pPr algn="l"/>
            <a:r>
              <a:rPr lang="vi-VN" dirty="0"/>
              <a:t>Sử dụng toán học (Affine Transform) để tính toán ma trận dịch chuyển/xoay từ 5 điểm thực tế khớp vào 5 điểm chuẩn.</a:t>
            </a:r>
          </a:p>
          <a:p>
            <a:pPr algn="l"/>
            <a:r>
              <a:rPr lang="vi-VN" i="1" dirty="0"/>
              <a:t>(Chèn ảnh minh họa: Ảnh gốc bị nghiêng -&gt; Ảnh 112x112 đã thẳng mặt)*</a:t>
            </a:r>
            <a:endParaRPr lang="vi-VN" dirty="0"/>
          </a:p>
          <a:p>
            <a:pPr algn="l"/>
            <a:r>
              <a:rPr lang="vi-VN" dirty="0"/>
              <a:t>Toàn bộ khung nền thừa bị loại bỏ, chỉ giữ lại phần khuôn mặt trung tâm, được chuẩn hóa giá trị pixel (Normalize) trước khi đẩy vào mạng CNN.</a:t>
            </a:r>
          </a:p>
          <a:p>
            <a:endParaRPr lang="vi-VN" dirty="0"/>
          </a:p>
          <a:p>
            <a:pPr marL="228600" lvl="0" indent="-50800" algn="just" rtl="0">
              <a:lnSpc>
                <a:spcPct val="130000"/>
              </a:lnSpc>
              <a:spcBef>
                <a:spcPts val="600"/>
              </a:spcBef>
              <a:spcAft>
                <a:spcPts val="0"/>
              </a:spcAft>
              <a:buClr>
                <a:schemeClr val="dk1"/>
              </a:buClr>
              <a:buSzPts val="2800"/>
              <a:buNone/>
            </a:pPr>
            <a:endParaRPr dirty="0"/>
          </a:p>
        </p:txBody>
      </p:sp>
      <p:sp>
        <p:nvSpPr>
          <p:cNvPr id="566" name="Google Shape;566;p8">
            <a:extLst>
              <a:ext uri="{FF2B5EF4-FFF2-40B4-BE49-F238E27FC236}">
                <a16:creationId xmlns:a16="http://schemas.microsoft.com/office/drawing/2014/main" id="{973300A9-A853-3D81-A8D4-6805F8498EED}"/>
              </a:ext>
            </a:extLst>
          </p:cNvPr>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vi-VN"/>
              <a:t>Trường Đại học Công nghệ Thông tin, ĐHQG-HCM</a:t>
            </a:r>
            <a:endParaRPr/>
          </a:p>
        </p:txBody>
      </p:sp>
      <p:sp>
        <p:nvSpPr>
          <p:cNvPr id="567" name="Google Shape;567;p8">
            <a:extLst>
              <a:ext uri="{FF2B5EF4-FFF2-40B4-BE49-F238E27FC236}">
                <a16:creationId xmlns:a16="http://schemas.microsoft.com/office/drawing/2014/main" id="{F2CCD697-5F81-E4EB-09F7-EB38F162132E}"/>
              </a:ext>
            </a:extLst>
          </p:cNvPr>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vi-VN"/>
              <a:t>17</a:t>
            </a:fld>
            <a:endParaRPr/>
          </a:p>
        </p:txBody>
      </p:sp>
    </p:spTree>
    <p:extLst>
      <p:ext uri="{BB962C8B-B14F-4D97-AF65-F5344CB8AC3E}">
        <p14:creationId xmlns:p14="http://schemas.microsoft.com/office/powerpoint/2010/main" val="3217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63">
          <a:extLst>
            <a:ext uri="{FF2B5EF4-FFF2-40B4-BE49-F238E27FC236}">
              <a16:creationId xmlns:a16="http://schemas.microsoft.com/office/drawing/2014/main" id="{6D9B5D0D-7642-A693-7465-A0485802990A}"/>
            </a:ext>
          </a:extLst>
        </p:cNvPr>
        <p:cNvGrpSpPr/>
        <p:nvPr/>
      </p:nvGrpSpPr>
      <p:grpSpPr>
        <a:xfrm>
          <a:off x="0" y="0"/>
          <a:ext cx="0" cy="0"/>
          <a:chOff x="0" y="0"/>
          <a:chExt cx="0" cy="0"/>
        </a:xfrm>
      </p:grpSpPr>
      <p:sp>
        <p:nvSpPr>
          <p:cNvPr id="564" name="Google Shape;564;p8">
            <a:extLst>
              <a:ext uri="{FF2B5EF4-FFF2-40B4-BE49-F238E27FC236}">
                <a16:creationId xmlns:a16="http://schemas.microsoft.com/office/drawing/2014/main" id="{EF1CCB34-6D62-A8BD-F1BF-CE8737E2E1E6}"/>
              </a:ext>
            </a:extLst>
          </p:cNvPr>
          <p:cNvSpPr txBox="1">
            <a:spLocks noGrp="1"/>
          </p:cNvSpPr>
          <p:nvPr>
            <p:ph type="title"/>
          </p:nvPr>
        </p:nvSpPr>
        <p:spPr>
          <a:xfrm>
            <a:off x="774145" y="223964"/>
            <a:ext cx="10579655" cy="1357186"/>
          </a:xfrm>
          <a:prstGeom prst="rect">
            <a:avLst/>
          </a:prstGeom>
          <a:noFill/>
          <a:ln>
            <a:noFill/>
          </a:ln>
        </p:spPr>
        <p:txBody>
          <a:bodyPr spcFirstLastPara="1" wrap="square" lIns="91425" tIns="45700" rIns="91425" bIns="45700" anchor="ctr" anchorCtr="0">
            <a:noAutofit/>
          </a:bodyPr>
          <a:lstStyle/>
          <a:p>
            <a:pPr marL="0" lvl="0" indent="0" algn="l" rtl="0">
              <a:lnSpc>
                <a:spcPct val="120000"/>
              </a:lnSpc>
              <a:spcBef>
                <a:spcPts val="0"/>
              </a:spcBef>
              <a:spcAft>
                <a:spcPts val="0"/>
              </a:spcAft>
              <a:buClr>
                <a:srgbClr val="0072FF"/>
              </a:buClr>
              <a:buSzPts val="3700"/>
              <a:buFont typeface="Times New Roman"/>
              <a:buNone/>
            </a:pPr>
            <a:r>
              <a:rPr lang="vi-VN" sz="3700"/>
              <a:t>3.3 </a:t>
            </a:r>
            <a:r>
              <a:rPr lang="vi-VN" sz="4000"/>
              <a:t>Thiết kế phần mềm</a:t>
            </a:r>
            <a:endParaRPr sz="3700"/>
          </a:p>
        </p:txBody>
      </p:sp>
      <p:sp>
        <p:nvSpPr>
          <p:cNvPr id="565" name="Google Shape;565;p8">
            <a:extLst>
              <a:ext uri="{FF2B5EF4-FFF2-40B4-BE49-F238E27FC236}">
                <a16:creationId xmlns:a16="http://schemas.microsoft.com/office/drawing/2014/main" id="{3AB22331-2BF6-ECF5-0C3B-D794F46CBF42}"/>
              </a:ext>
            </a:extLst>
          </p:cNvPr>
          <p:cNvSpPr txBox="1">
            <a:spLocks noGrp="1"/>
          </p:cNvSpPr>
          <p:nvPr>
            <p:ph type="body" idx="1"/>
          </p:nvPr>
        </p:nvSpPr>
        <p:spPr>
          <a:xfrm>
            <a:off x="774144" y="1809750"/>
            <a:ext cx="10655855" cy="4158343"/>
          </a:xfrm>
          <a:prstGeom prst="rect">
            <a:avLst/>
          </a:prstGeom>
          <a:noFill/>
          <a:ln>
            <a:noFill/>
          </a:ln>
        </p:spPr>
        <p:txBody>
          <a:bodyPr spcFirstLastPara="1" wrap="square" lIns="91425" tIns="45700" rIns="91425" bIns="45700" anchor="t" anchorCtr="0">
            <a:normAutofit fontScale="47500" lnSpcReduction="20000"/>
          </a:bodyPr>
          <a:lstStyle/>
          <a:p>
            <a:pPr marL="50800" indent="0" algn="l">
              <a:buNone/>
            </a:pPr>
            <a:r>
              <a:rPr lang="vi-VN" sz="4200" b="1" dirty="0"/>
              <a:t>Bước 4 - Face Embedding (Mô hình)</a:t>
            </a:r>
            <a:r>
              <a:rPr lang="en-US" sz="4200" b="1" dirty="0"/>
              <a:t> </a:t>
            </a:r>
            <a:r>
              <a:rPr lang="vi-VN" sz="4200" dirty="0"/>
              <a:t>Chuyển đổi ảnh 112x112 thành </a:t>
            </a:r>
            <a:r>
              <a:rPr lang="en-US" sz="4200" dirty="0"/>
              <a:t>embedding </a:t>
            </a:r>
            <a:r>
              <a:rPr lang="vi-VN" sz="4200" dirty="0"/>
              <a:t>mảng số họ</a:t>
            </a:r>
            <a:r>
              <a:rPr lang="en-US" sz="4200" dirty="0"/>
              <a:t>c. </a:t>
            </a:r>
            <a:r>
              <a:rPr lang="en-US" sz="4200" dirty="0" err="1"/>
              <a:t>Hệ</a:t>
            </a:r>
            <a:r>
              <a:rPr lang="en-US" sz="4200" dirty="0"/>
              <a:t> </a:t>
            </a:r>
            <a:r>
              <a:rPr lang="vi-VN" sz="4200" dirty="0"/>
              <a:t>thống thiết kế hỗ trợ linh hoạt 2 Backend:</a:t>
            </a:r>
            <a:endParaRPr lang="en-US" sz="4200" dirty="0"/>
          </a:p>
          <a:p>
            <a:pPr algn="l">
              <a:buFontTx/>
              <a:buChar char="-"/>
            </a:pPr>
            <a:r>
              <a:rPr lang="vi-VN" sz="4200" b="1" dirty="0"/>
              <a:t>SFace:</a:t>
            </a:r>
            <a:r>
              <a:rPr lang="en-US" sz="4200" b="1" dirty="0"/>
              <a:t> </a:t>
            </a:r>
            <a:r>
              <a:rPr lang="vi-VN" sz="4200" dirty="0"/>
              <a:t>Model của OpenCV, tạo ra mảng 128 chiều. Rất nhẹ.</a:t>
            </a:r>
            <a:endParaRPr lang="en-US" sz="4200" dirty="0"/>
          </a:p>
          <a:p>
            <a:pPr algn="l">
              <a:buFontTx/>
              <a:buChar char="-"/>
            </a:pPr>
            <a:r>
              <a:rPr lang="en-US" sz="4200" dirty="0"/>
              <a:t>- </a:t>
            </a:r>
            <a:r>
              <a:rPr lang="en-US" sz="4200" dirty="0" err="1"/>
              <a:t>Giới</a:t>
            </a:r>
            <a:r>
              <a:rPr lang="en-US" sz="4200" dirty="0"/>
              <a:t> </a:t>
            </a:r>
            <a:r>
              <a:rPr lang="en-US" sz="4200" dirty="0" err="1"/>
              <a:t>thiệu</a:t>
            </a:r>
            <a:r>
              <a:rPr lang="en-US" sz="4200" dirty="0"/>
              <a:t> </a:t>
            </a:r>
            <a:r>
              <a:rPr lang="en-US" sz="4200" dirty="0" err="1"/>
              <a:t>Sface</a:t>
            </a:r>
            <a:endParaRPr lang="en-US" sz="4200" dirty="0"/>
          </a:p>
          <a:p>
            <a:pPr algn="l">
              <a:buFontTx/>
              <a:buChar char="-"/>
            </a:pPr>
            <a:endParaRPr lang="en-US" sz="4200" dirty="0"/>
          </a:p>
          <a:p>
            <a:pPr algn="l">
              <a:buFontTx/>
              <a:buChar char="-"/>
            </a:pPr>
            <a:endParaRPr lang="en-US" sz="4200" dirty="0"/>
          </a:p>
          <a:p>
            <a:pPr algn="l">
              <a:buFontTx/>
              <a:buChar char="-"/>
            </a:pPr>
            <a:r>
              <a:rPr lang="vi-VN" sz="4200" b="1" dirty="0"/>
              <a:t>FaceLiVT (v2-XS):</a:t>
            </a:r>
            <a:r>
              <a:rPr lang="en-US" sz="4200" b="1" dirty="0"/>
              <a:t> </a:t>
            </a:r>
            <a:r>
              <a:rPr lang="vi-VN" sz="4200" dirty="0"/>
              <a:t>Model chuyên dụng, tạo ra mảng 1284 chiều. Nặng hơn nhưng phân biệt tốt hơn.</a:t>
            </a:r>
          </a:p>
          <a:p>
            <a:pPr marL="50800" indent="0" algn="l">
              <a:buNone/>
            </a:pPr>
            <a:br>
              <a:rPr lang="vi-VN" sz="4200" dirty="0"/>
            </a:br>
            <a:endParaRPr lang="en-US" sz="4200" b="1" dirty="0"/>
          </a:p>
          <a:p>
            <a:pPr marL="228600" lvl="0" indent="-50800" algn="just" rtl="0">
              <a:lnSpc>
                <a:spcPct val="130000"/>
              </a:lnSpc>
              <a:spcBef>
                <a:spcPts val="600"/>
              </a:spcBef>
              <a:spcAft>
                <a:spcPts val="0"/>
              </a:spcAft>
              <a:buClr>
                <a:schemeClr val="dk1"/>
              </a:buClr>
              <a:buSzPts val="2800"/>
              <a:buNone/>
            </a:pPr>
            <a:endParaRPr dirty="0"/>
          </a:p>
        </p:txBody>
      </p:sp>
      <p:sp>
        <p:nvSpPr>
          <p:cNvPr id="566" name="Google Shape;566;p8">
            <a:extLst>
              <a:ext uri="{FF2B5EF4-FFF2-40B4-BE49-F238E27FC236}">
                <a16:creationId xmlns:a16="http://schemas.microsoft.com/office/drawing/2014/main" id="{13FE18C8-A370-F5BB-222D-CDB88037E5CC}"/>
              </a:ext>
            </a:extLst>
          </p:cNvPr>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vi-VN"/>
              <a:t>Trường Đại học Công nghệ Thông tin, ĐHQG-HCM</a:t>
            </a:r>
            <a:endParaRPr/>
          </a:p>
        </p:txBody>
      </p:sp>
      <p:sp>
        <p:nvSpPr>
          <p:cNvPr id="567" name="Google Shape;567;p8">
            <a:extLst>
              <a:ext uri="{FF2B5EF4-FFF2-40B4-BE49-F238E27FC236}">
                <a16:creationId xmlns:a16="http://schemas.microsoft.com/office/drawing/2014/main" id="{34E3483E-F5EE-E30A-C607-3BDF1DD3FA98}"/>
              </a:ext>
            </a:extLst>
          </p:cNvPr>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vi-VN"/>
              <a:t>18</a:t>
            </a:fld>
            <a:endParaRPr/>
          </a:p>
        </p:txBody>
      </p:sp>
    </p:spTree>
    <p:extLst>
      <p:ext uri="{BB962C8B-B14F-4D97-AF65-F5344CB8AC3E}">
        <p14:creationId xmlns:p14="http://schemas.microsoft.com/office/powerpoint/2010/main" val="2424155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63">
          <a:extLst>
            <a:ext uri="{FF2B5EF4-FFF2-40B4-BE49-F238E27FC236}">
              <a16:creationId xmlns:a16="http://schemas.microsoft.com/office/drawing/2014/main" id="{D6725373-D97D-9D97-5947-F16321309B13}"/>
            </a:ext>
          </a:extLst>
        </p:cNvPr>
        <p:cNvGrpSpPr/>
        <p:nvPr/>
      </p:nvGrpSpPr>
      <p:grpSpPr>
        <a:xfrm>
          <a:off x="0" y="0"/>
          <a:ext cx="0" cy="0"/>
          <a:chOff x="0" y="0"/>
          <a:chExt cx="0" cy="0"/>
        </a:xfrm>
      </p:grpSpPr>
      <p:sp>
        <p:nvSpPr>
          <p:cNvPr id="564" name="Google Shape;564;p8">
            <a:extLst>
              <a:ext uri="{FF2B5EF4-FFF2-40B4-BE49-F238E27FC236}">
                <a16:creationId xmlns:a16="http://schemas.microsoft.com/office/drawing/2014/main" id="{4E8B1F5D-C646-97EC-B480-482655B49BB8}"/>
              </a:ext>
            </a:extLst>
          </p:cNvPr>
          <p:cNvSpPr txBox="1">
            <a:spLocks noGrp="1"/>
          </p:cNvSpPr>
          <p:nvPr>
            <p:ph type="title"/>
          </p:nvPr>
        </p:nvSpPr>
        <p:spPr>
          <a:xfrm>
            <a:off x="774145" y="223964"/>
            <a:ext cx="10579655" cy="1357186"/>
          </a:xfrm>
          <a:prstGeom prst="rect">
            <a:avLst/>
          </a:prstGeom>
          <a:noFill/>
          <a:ln>
            <a:noFill/>
          </a:ln>
        </p:spPr>
        <p:txBody>
          <a:bodyPr spcFirstLastPara="1" wrap="square" lIns="91425" tIns="45700" rIns="91425" bIns="45700" anchor="ctr" anchorCtr="0">
            <a:noAutofit/>
          </a:bodyPr>
          <a:lstStyle/>
          <a:p>
            <a:pPr marL="0" lvl="0" indent="0" algn="l" rtl="0">
              <a:lnSpc>
                <a:spcPct val="120000"/>
              </a:lnSpc>
              <a:spcBef>
                <a:spcPts val="0"/>
              </a:spcBef>
              <a:spcAft>
                <a:spcPts val="0"/>
              </a:spcAft>
              <a:buClr>
                <a:srgbClr val="0072FF"/>
              </a:buClr>
              <a:buSzPts val="3700"/>
              <a:buFont typeface="Times New Roman"/>
              <a:buNone/>
            </a:pPr>
            <a:r>
              <a:rPr lang="vi-VN" sz="3700"/>
              <a:t>3.3 </a:t>
            </a:r>
            <a:r>
              <a:rPr lang="vi-VN" sz="4000"/>
              <a:t>Thiết kế phần mềm</a:t>
            </a:r>
            <a:endParaRPr sz="3700"/>
          </a:p>
        </p:txBody>
      </p:sp>
      <p:sp>
        <p:nvSpPr>
          <p:cNvPr id="565" name="Google Shape;565;p8">
            <a:extLst>
              <a:ext uri="{FF2B5EF4-FFF2-40B4-BE49-F238E27FC236}">
                <a16:creationId xmlns:a16="http://schemas.microsoft.com/office/drawing/2014/main" id="{7BDEF104-1AD6-D2FC-8FA6-68C5A9150700}"/>
              </a:ext>
            </a:extLst>
          </p:cNvPr>
          <p:cNvSpPr txBox="1">
            <a:spLocks noGrp="1"/>
          </p:cNvSpPr>
          <p:nvPr>
            <p:ph type="body" idx="1"/>
          </p:nvPr>
        </p:nvSpPr>
        <p:spPr>
          <a:xfrm>
            <a:off x="774144" y="1809750"/>
            <a:ext cx="10655855" cy="4158343"/>
          </a:xfrm>
          <a:prstGeom prst="rect">
            <a:avLst/>
          </a:prstGeom>
          <a:noFill/>
          <a:ln>
            <a:noFill/>
          </a:ln>
        </p:spPr>
        <p:txBody>
          <a:bodyPr spcFirstLastPara="1" wrap="square" lIns="91425" tIns="45700" rIns="91425" bIns="45700" anchor="t" anchorCtr="0">
            <a:normAutofit fontScale="55000" lnSpcReduction="20000"/>
          </a:bodyPr>
          <a:lstStyle/>
          <a:p>
            <a:pPr marL="50800" indent="0" algn="l">
              <a:buNone/>
            </a:pPr>
            <a:r>
              <a:rPr lang="vi-VN" sz="4200" b="1" dirty="0"/>
              <a:t>Bước 5 </a:t>
            </a:r>
            <a:r>
              <a:rPr lang="en-US" sz="4200" b="1" dirty="0"/>
              <a:t>: </a:t>
            </a:r>
            <a:r>
              <a:rPr lang="vi-VN" sz="4200" b="1" dirty="0"/>
              <a:t>Matching (So sánh KNN Top-K)</a:t>
            </a:r>
            <a:endParaRPr lang="en-US" sz="4200" b="1" dirty="0"/>
          </a:p>
          <a:p>
            <a:pPr marL="50800" indent="0" algn="l">
              <a:buNone/>
            </a:pPr>
            <a:r>
              <a:rPr lang="en-US" sz="4200" b="1" dirty="0"/>
              <a:t>-	</a:t>
            </a:r>
            <a:r>
              <a:rPr lang="vi-VN" sz="4200" b="1" dirty="0"/>
              <a:t>L2 Normalization:</a:t>
            </a:r>
            <a:r>
              <a:rPr lang="en-US" sz="4200" b="1" dirty="0"/>
              <a:t> </a:t>
            </a:r>
            <a:r>
              <a:rPr lang="vi-VN" sz="4200" dirty="0"/>
              <a:t> Sau khi mạng CNN trả về Vector, cần chuẩn hóa (chia cho độ dài L2) để chiếu Vector lên bề mặt của một hình cầu đơn vị (Unit Hypersphere).</a:t>
            </a:r>
            <a:r>
              <a:rPr lang="en-US" sz="4200" dirty="0"/>
              <a:t> </a:t>
            </a:r>
            <a:r>
              <a:rPr lang="vi-VN" sz="4200" dirty="0"/>
              <a:t>Điều này giúp phép tính so sánh Cosine về sau chỉ còn đơn giản là tính tích vô hướng (Dot product) giữa các vector, tối ưu tốc độ thực thi.</a:t>
            </a:r>
          </a:p>
          <a:p>
            <a:pPr marL="50800" indent="0" algn="l">
              <a:buNone/>
            </a:pPr>
            <a:endParaRPr lang="vi-VN" sz="4200" dirty="0"/>
          </a:p>
          <a:p>
            <a:pPr marL="50800" indent="0" algn="l">
              <a:buNone/>
            </a:pPr>
            <a:r>
              <a:rPr lang="en-US" sz="4200" dirty="0"/>
              <a:t>-	</a:t>
            </a:r>
            <a:r>
              <a:rPr lang="vi-VN" sz="4200" dirty="0"/>
              <a:t>Vector thu được (Query) được nhân ma trận (Matrix Multiplication) với toàn bộ Cache Vector trong DB để ra mảng điểm Cosine (Scores).</a:t>
            </a:r>
          </a:p>
          <a:p>
            <a:pPr marL="50800" indent="0" algn="l">
              <a:buNone/>
            </a:pPr>
            <a:r>
              <a:rPr lang="en-US" sz="4200" b="1" dirty="0"/>
              <a:t>-	</a:t>
            </a:r>
            <a:r>
              <a:rPr lang="vi-VN" sz="4200" b="1" dirty="0"/>
              <a:t>K-Nearest Neighbors (KNN):</a:t>
            </a:r>
            <a:r>
              <a:rPr lang="en-US" sz="4200" b="1" dirty="0"/>
              <a:t> </a:t>
            </a:r>
            <a:r>
              <a:rPr lang="vi-VN" sz="4200" dirty="0"/>
              <a:t>Thay vì chỉ lấy 1 người giống nhất (Top-1), hệ thống lấy Top-5 người giống nhất.</a:t>
            </a:r>
          </a:p>
          <a:p>
            <a:pPr marL="228600" lvl="0" indent="-50800" algn="just" rtl="0">
              <a:lnSpc>
                <a:spcPct val="130000"/>
              </a:lnSpc>
              <a:spcBef>
                <a:spcPts val="600"/>
              </a:spcBef>
              <a:spcAft>
                <a:spcPts val="0"/>
              </a:spcAft>
              <a:buClr>
                <a:schemeClr val="dk1"/>
              </a:buClr>
              <a:buSzPts val="2800"/>
              <a:buNone/>
            </a:pPr>
            <a:endParaRPr dirty="0"/>
          </a:p>
        </p:txBody>
      </p:sp>
      <p:sp>
        <p:nvSpPr>
          <p:cNvPr id="566" name="Google Shape;566;p8">
            <a:extLst>
              <a:ext uri="{FF2B5EF4-FFF2-40B4-BE49-F238E27FC236}">
                <a16:creationId xmlns:a16="http://schemas.microsoft.com/office/drawing/2014/main" id="{272A873F-3856-3509-771B-81C7FB56528D}"/>
              </a:ext>
            </a:extLst>
          </p:cNvPr>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vi-VN"/>
              <a:t>Trường Đại học Công nghệ Thông tin, ĐHQG-HCM</a:t>
            </a:r>
            <a:endParaRPr/>
          </a:p>
        </p:txBody>
      </p:sp>
      <p:sp>
        <p:nvSpPr>
          <p:cNvPr id="567" name="Google Shape;567;p8">
            <a:extLst>
              <a:ext uri="{FF2B5EF4-FFF2-40B4-BE49-F238E27FC236}">
                <a16:creationId xmlns:a16="http://schemas.microsoft.com/office/drawing/2014/main" id="{1E073E3D-18B9-63D0-10FD-4455EA168000}"/>
              </a:ext>
            </a:extLst>
          </p:cNvPr>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vi-VN"/>
              <a:t>19</a:t>
            </a:fld>
            <a:endParaRPr/>
          </a:p>
        </p:txBody>
      </p:sp>
    </p:spTree>
    <p:extLst>
      <p:ext uri="{BB962C8B-B14F-4D97-AF65-F5344CB8AC3E}">
        <p14:creationId xmlns:p14="http://schemas.microsoft.com/office/powerpoint/2010/main" val="7093045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63">
          <a:extLst>
            <a:ext uri="{FF2B5EF4-FFF2-40B4-BE49-F238E27FC236}">
              <a16:creationId xmlns:a16="http://schemas.microsoft.com/office/drawing/2014/main" id="{AAD745F0-452B-D8A2-388A-819A501D157B}"/>
            </a:ext>
          </a:extLst>
        </p:cNvPr>
        <p:cNvGrpSpPr/>
        <p:nvPr/>
      </p:nvGrpSpPr>
      <p:grpSpPr>
        <a:xfrm>
          <a:off x="0" y="0"/>
          <a:ext cx="0" cy="0"/>
          <a:chOff x="0" y="0"/>
          <a:chExt cx="0" cy="0"/>
        </a:xfrm>
      </p:grpSpPr>
      <p:sp>
        <p:nvSpPr>
          <p:cNvPr id="564" name="Google Shape;564;p8">
            <a:extLst>
              <a:ext uri="{FF2B5EF4-FFF2-40B4-BE49-F238E27FC236}">
                <a16:creationId xmlns:a16="http://schemas.microsoft.com/office/drawing/2014/main" id="{6D590901-958A-86C2-5015-603593E4A643}"/>
              </a:ext>
            </a:extLst>
          </p:cNvPr>
          <p:cNvSpPr txBox="1">
            <a:spLocks noGrp="1"/>
          </p:cNvSpPr>
          <p:nvPr>
            <p:ph type="title"/>
          </p:nvPr>
        </p:nvSpPr>
        <p:spPr>
          <a:xfrm>
            <a:off x="774145" y="223964"/>
            <a:ext cx="10579655" cy="1357186"/>
          </a:xfrm>
          <a:prstGeom prst="rect">
            <a:avLst/>
          </a:prstGeom>
          <a:noFill/>
          <a:ln>
            <a:noFill/>
          </a:ln>
        </p:spPr>
        <p:txBody>
          <a:bodyPr spcFirstLastPara="1" wrap="square" lIns="91425" tIns="45700" rIns="91425" bIns="45700" anchor="ctr" anchorCtr="0">
            <a:noAutofit/>
          </a:bodyPr>
          <a:lstStyle/>
          <a:p>
            <a:pPr marL="0" lvl="0" indent="0" algn="l" rtl="0">
              <a:lnSpc>
                <a:spcPct val="120000"/>
              </a:lnSpc>
              <a:spcBef>
                <a:spcPts val="0"/>
              </a:spcBef>
              <a:spcAft>
                <a:spcPts val="0"/>
              </a:spcAft>
              <a:buClr>
                <a:srgbClr val="0072FF"/>
              </a:buClr>
              <a:buSzPts val="3700"/>
              <a:buFont typeface="Times New Roman"/>
              <a:buNone/>
            </a:pPr>
            <a:r>
              <a:rPr lang="vi-VN" sz="3700" dirty="0"/>
              <a:t>3.3 </a:t>
            </a:r>
            <a:r>
              <a:rPr lang="vi-VN" sz="4000" dirty="0"/>
              <a:t>Thiết kế phần mềm</a:t>
            </a:r>
            <a:endParaRPr sz="3700" dirty="0"/>
          </a:p>
        </p:txBody>
      </p:sp>
      <p:sp>
        <p:nvSpPr>
          <p:cNvPr id="565" name="Google Shape;565;p8">
            <a:extLst>
              <a:ext uri="{FF2B5EF4-FFF2-40B4-BE49-F238E27FC236}">
                <a16:creationId xmlns:a16="http://schemas.microsoft.com/office/drawing/2014/main" id="{210B43BD-E262-0B7B-3385-5D027C03F60C}"/>
              </a:ext>
            </a:extLst>
          </p:cNvPr>
          <p:cNvSpPr txBox="1">
            <a:spLocks noGrp="1"/>
          </p:cNvSpPr>
          <p:nvPr>
            <p:ph type="body" idx="1"/>
          </p:nvPr>
        </p:nvSpPr>
        <p:spPr>
          <a:xfrm>
            <a:off x="774144" y="1809750"/>
            <a:ext cx="10655855" cy="4158343"/>
          </a:xfrm>
          <a:prstGeom prst="rect">
            <a:avLst/>
          </a:prstGeom>
          <a:noFill/>
          <a:ln>
            <a:noFill/>
          </a:ln>
        </p:spPr>
        <p:txBody>
          <a:bodyPr spcFirstLastPara="1" wrap="square" lIns="91425" tIns="45700" rIns="91425" bIns="45700" anchor="t" anchorCtr="0">
            <a:normAutofit/>
          </a:bodyPr>
          <a:lstStyle/>
          <a:p>
            <a:pPr marL="50800" indent="0">
              <a:buNone/>
            </a:pPr>
            <a:r>
              <a:rPr lang="vi-VN" sz="2200" b="1" dirty="0"/>
              <a:t>Bước 6 - State Machine (Quản lý trạng thái)</a:t>
            </a:r>
            <a:endParaRPr lang="vi-VN" sz="2200" dirty="0"/>
          </a:p>
          <a:p>
            <a:r>
              <a:rPr lang="vi-VN" sz="2200" b="1" dirty="0"/>
              <a:t>Vấn đề chống Spam:</a:t>
            </a:r>
            <a:r>
              <a:rPr lang="vi-VN" sz="2200" dirty="0"/>
              <a:t>Nếu một người đứng trước camera 3 giây, hệ thống có thể nhận diện ra 30 lần, gây spam cơ sở dữ liệu.</a:t>
            </a:r>
          </a:p>
          <a:p>
            <a:r>
              <a:rPr lang="vi-VN" sz="2200" b="1" dirty="0"/>
              <a:t>Giải pháp:</a:t>
            </a:r>
            <a:endParaRPr lang="vi-VN" sz="2200" dirty="0"/>
          </a:p>
          <a:p>
            <a:pPr marL="50800" indent="0">
              <a:buNone/>
            </a:pPr>
            <a:r>
              <a:rPr lang="en-US" sz="2200" dirty="0"/>
              <a:t>-	</a:t>
            </a:r>
            <a:r>
              <a:rPr lang="vi-VN" sz="2200" dirty="0"/>
              <a:t>Sử dụng bộ nhớ đệm trạng thái (State Cache).</a:t>
            </a:r>
          </a:p>
          <a:p>
            <a:pPr marL="50800" indent="0">
              <a:buNone/>
            </a:pPr>
            <a:r>
              <a:rPr lang="en-US" sz="2200" dirty="0"/>
              <a:t>-	</a:t>
            </a:r>
            <a:r>
              <a:rPr lang="vi-VN" sz="2200" dirty="0"/>
              <a:t>Ghi nhớ lần quẹt thẻ cuối cùng (Last seen timestamp). Chỉ ghi Log mới nếu thời gian cách lần nhận diện trước đó vượt qua khoảng thời gian cấu hình (Ví dụ: 60 giây).</a:t>
            </a:r>
          </a:p>
          <a:p>
            <a:pPr marL="228600" lvl="0" indent="-50800" algn="just" rtl="0">
              <a:lnSpc>
                <a:spcPct val="130000"/>
              </a:lnSpc>
              <a:spcBef>
                <a:spcPts val="600"/>
              </a:spcBef>
              <a:spcAft>
                <a:spcPts val="0"/>
              </a:spcAft>
              <a:buClr>
                <a:schemeClr val="dk1"/>
              </a:buClr>
              <a:buSzPts val="2800"/>
              <a:buNone/>
            </a:pPr>
            <a:endParaRPr dirty="0"/>
          </a:p>
        </p:txBody>
      </p:sp>
      <p:sp>
        <p:nvSpPr>
          <p:cNvPr id="566" name="Google Shape;566;p8">
            <a:extLst>
              <a:ext uri="{FF2B5EF4-FFF2-40B4-BE49-F238E27FC236}">
                <a16:creationId xmlns:a16="http://schemas.microsoft.com/office/drawing/2014/main" id="{329156D1-6356-3108-D5B9-042672630007}"/>
              </a:ext>
            </a:extLst>
          </p:cNvPr>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vi-VN"/>
              <a:t>Trường Đại học Công nghệ Thông tin, ĐHQG-HCM</a:t>
            </a:r>
            <a:endParaRPr/>
          </a:p>
        </p:txBody>
      </p:sp>
      <p:sp>
        <p:nvSpPr>
          <p:cNvPr id="567" name="Google Shape;567;p8">
            <a:extLst>
              <a:ext uri="{FF2B5EF4-FFF2-40B4-BE49-F238E27FC236}">
                <a16:creationId xmlns:a16="http://schemas.microsoft.com/office/drawing/2014/main" id="{7299B628-5DCA-967C-F67E-2119455ED031}"/>
              </a:ext>
            </a:extLst>
          </p:cNvPr>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vi-VN"/>
              <a:t>20</a:t>
            </a:fld>
            <a:endParaRPr/>
          </a:p>
        </p:txBody>
      </p:sp>
    </p:spTree>
    <p:extLst>
      <p:ext uri="{BB962C8B-B14F-4D97-AF65-F5344CB8AC3E}">
        <p14:creationId xmlns:p14="http://schemas.microsoft.com/office/powerpoint/2010/main" val="26861240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9"/>
          <p:cNvSpPr txBox="1">
            <a:spLocks noGrp="1"/>
          </p:cNvSpPr>
          <p:nvPr>
            <p:ph type="title"/>
          </p:nvPr>
        </p:nvSpPr>
        <p:spPr>
          <a:xfrm>
            <a:off x="774145" y="223964"/>
            <a:ext cx="10579655" cy="1357186"/>
          </a:xfrm>
          <a:prstGeom prst="rect">
            <a:avLst/>
          </a:prstGeom>
          <a:noFill/>
          <a:ln>
            <a:noFill/>
          </a:ln>
        </p:spPr>
        <p:txBody>
          <a:bodyPr spcFirstLastPara="1" wrap="square" lIns="91425" tIns="45700" rIns="91425" bIns="45700" anchor="ctr" anchorCtr="0">
            <a:noAutofit/>
          </a:bodyPr>
          <a:lstStyle/>
          <a:p>
            <a:pPr marL="0" lvl="0" indent="0" algn="l" rtl="0">
              <a:lnSpc>
                <a:spcPct val="120000"/>
              </a:lnSpc>
              <a:spcBef>
                <a:spcPts val="0"/>
              </a:spcBef>
              <a:spcAft>
                <a:spcPts val="0"/>
              </a:spcAft>
              <a:buClr>
                <a:srgbClr val="0072FF"/>
              </a:buClr>
              <a:buSzPts val="3700"/>
              <a:buFont typeface="Times New Roman"/>
              <a:buNone/>
            </a:pPr>
            <a:r>
              <a:rPr lang="vi-VN" sz="3700"/>
              <a:t>4. KẾT QUẢ THỰC NGHIỆM</a:t>
            </a:r>
            <a:endParaRPr/>
          </a:p>
        </p:txBody>
      </p:sp>
      <p:sp>
        <p:nvSpPr>
          <p:cNvPr id="574" name="Google Shape;574;p9"/>
          <p:cNvSpPr txBox="1">
            <a:spLocks noGrp="1"/>
          </p:cNvSpPr>
          <p:nvPr>
            <p:ph type="body" idx="1"/>
          </p:nvPr>
        </p:nvSpPr>
        <p:spPr>
          <a:xfrm>
            <a:off x="774144" y="1809750"/>
            <a:ext cx="10655855" cy="4158343"/>
          </a:xfrm>
          <a:prstGeom prst="rect">
            <a:avLst/>
          </a:prstGeom>
          <a:noFill/>
          <a:ln>
            <a:noFill/>
          </a:ln>
        </p:spPr>
        <p:txBody>
          <a:bodyPr spcFirstLastPara="1" wrap="square" lIns="91425" tIns="45700" rIns="91425" bIns="45700" anchor="t" anchorCtr="0">
            <a:normAutofit fontScale="77500" lnSpcReduction="20000"/>
          </a:bodyPr>
          <a:lstStyle/>
          <a:p>
            <a:r>
              <a:rPr lang="vi-VN" b="1" dirty="0"/>
              <a:t>So sánh Đặc trưng: SFace vs FaceLiVT</a:t>
            </a:r>
            <a:endParaRPr lang="vi-VN" dirty="0"/>
          </a:p>
          <a:p>
            <a:pPr marL="50800" indent="0">
              <a:buNone/>
            </a:pPr>
            <a:r>
              <a:rPr lang="vi-VN" i="1" dirty="0"/>
              <a:t>(Chèn Bảng thông số: Dung lượng, số chiều, v.v</a:t>
            </a:r>
            <a:r>
              <a:rPr lang="vi-VN" i="1" dirty="0">
                <a:solidFill>
                  <a:srgbClr val="FF0000"/>
                </a:solidFill>
              </a:rPr>
              <a:t>.)</a:t>
            </a:r>
            <a:r>
              <a:rPr lang="en-US" i="1" dirty="0">
                <a:solidFill>
                  <a:srgbClr val="FF0000"/>
                </a:solidFill>
              </a:rPr>
              <a:t>##</a:t>
            </a:r>
            <a:endParaRPr lang="vi-VN" dirty="0">
              <a:solidFill>
                <a:srgbClr val="FF0000"/>
              </a:solidFill>
            </a:endParaRPr>
          </a:p>
          <a:p>
            <a:pPr marL="50800" indent="0">
              <a:buNone/>
            </a:pPr>
            <a:r>
              <a:rPr lang="vi-VN" b="1" dirty="0"/>
              <a:t>SFace:</a:t>
            </a:r>
            <a:r>
              <a:rPr lang="en-US" b="1" dirty="0"/>
              <a:t>???</a:t>
            </a:r>
            <a:endParaRPr lang="vi-VN" dirty="0"/>
          </a:p>
          <a:p>
            <a:r>
              <a:rPr lang="vi-VN" dirty="0"/>
              <a:t>    Số chiều: 128. Nhỏ gọn (~38MB), chạy trực tiếp trên thư viện chuẩn OpenCV.</a:t>
            </a:r>
          </a:p>
          <a:p>
            <a:r>
              <a:rPr lang="vi-VN" dirty="0"/>
              <a:t>    Ưu điểm: Tốc độ cực nhanh trên Pi, phù hợp CSDL nhỏ.</a:t>
            </a:r>
          </a:p>
          <a:p>
            <a:pPr marL="50800" indent="0">
              <a:buNone/>
            </a:pPr>
            <a:r>
              <a:rPr lang="vi-VN" b="1" dirty="0"/>
              <a:t>FaceLiVT</a:t>
            </a:r>
            <a:r>
              <a:rPr lang="en-US" b="1" dirty="0"/>
              <a:t>2</a:t>
            </a:r>
            <a:r>
              <a:rPr lang="vi-VN" b="1" dirty="0"/>
              <a:t>:</a:t>
            </a:r>
            <a:endParaRPr lang="vi-VN" dirty="0"/>
          </a:p>
          <a:p>
            <a:r>
              <a:rPr lang="vi-VN" dirty="0"/>
              <a:t>    Số chiều: 1284. Dung lượng nhỏ hơn (~17MB ONNX) nhờ thiết kế tối ưu, nhưng khối lượng tính toán nội tại lớn hơn.</a:t>
            </a:r>
          </a:p>
          <a:p>
            <a:r>
              <a:rPr lang="vi-VN" dirty="0"/>
              <a:t>    Ưu điểm: Khoảng cách phân tách (Gap) giữa người lạ và người quen lớn hơn, giảm thiểu nhận diện nhầm.</a:t>
            </a:r>
          </a:p>
          <a:p>
            <a:pPr marL="228600" lvl="0" indent="-228600" algn="just" rtl="0">
              <a:lnSpc>
                <a:spcPct val="130000"/>
              </a:lnSpc>
              <a:spcBef>
                <a:spcPts val="0"/>
              </a:spcBef>
              <a:spcAft>
                <a:spcPts val="0"/>
              </a:spcAft>
              <a:buClr>
                <a:schemeClr val="dk1"/>
              </a:buClr>
              <a:buSzPts val="2800"/>
              <a:buChar char="•"/>
            </a:pPr>
            <a:endParaRPr dirty="0"/>
          </a:p>
        </p:txBody>
      </p:sp>
      <p:sp>
        <p:nvSpPr>
          <p:cNvPr id="575" name="Google Shape;575;p9"/>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vi-VN"/>
              <a:t>Trường Đại học Công nghệ Thông tin, ĐHQG-HCM</a:t>
            </a:r>
            <a:endParaRPr/>
          </a:p>
        </p:txBody>
      </p:sp>
      <p:sp>
        <p:nvSpPr>
          <p:cNvPr id="576" name="Google Shape;576;p9"/>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vi-VN"/>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72">
          <a:extLst>
            <a:ext uri="{FF2B5EF4-FFF2-40B4-BE49-F238E27FC236}">
              <a16:creationId xmlns:a16="http://schemas.microsoft.com/office/drawing/2014/main" id="{E5CEF973-A622-4A33-0BA4-0E4B77FAF8D2}"/>
            </a:ext>
          </a:extLst>
        </p:cNvPr>
        <p:cNvGrpSpPr/>
        <p:nvPr/>
      </p:nvGrpSpPr>
      <p:grpSpPr>
        <a:xfrm>
          <a:off x="0" y="0"/>
          <a:ext cx="0" cy="0"/>
          <a:chOff x="0" y="0"/>
          <a:chExt cx="0" cy="0"/>
        </a:xfrm>
      </p:grpSpPr>
      <p:sp>
        <p:nvSpPr>
          <p:cNvPr id="573" name="Google Shape;573;p9">
            <a:extLst>
              <a:ext uri="{FF2B5EF4-FFF2-40B4-BE49-F238E27FC236}">
                <a16:creationId xmlns:a16="http://schemas.microsoft.com/office/drawing/2014/main" id="{9B7B275A-D060-B324-AD1F-81F6044729E8}"/>
              </a:ext>
            </a:extLst>
          </p:cNvPr>
          <p:cNvSpPr txBox="1">
            <a:spLocks noGrp="1"/>
          </p:cNvSpPr>
          <p:nvPr>
            <p:ph type="title"/>
          </p:nvPr>
        </p:nvSpPr>
        <p:spPr>
          <a:xfrm>
            <a:off x="774145" y="223964"/>
            <a:ext cx="10579655" cy="1357186"/>
          </a:xfrm>
          <a:prstGeom prst="rect">
            <a:avLst/>
          </a:prstGeom>
          <a:noFill/>
          <a:ln>
            <a:noFill/>
          </a:ln>
        </p:spPr>
        <p:txBody>
          <a:bodyPr spcFirstLastPara="1" wrap="square" lIns="91425" tIns="45700" rIns="91425" bIns="45700" anchor="ctr" anchorCtr="0">
            <a:noAutofit/>
          </a:bodyPr>
          <a:lstStyle/>
          <a:p>
            <a:pPr marL="0" lvl="0" indent="0" algn="l" rtl="0">
              <a:lnSpc>
                <a:spcPct val="120000"/>
              </a:lnSpc>
              <a:spcBef>
                <a:spcPts val="0"/>
              </a:spcBef>
              <a:spcAft>
                <a:spcPts val="0"/>
              </a:spcAft>
              <a:buClr>
                <a:srgbClr val="0072FF"/>
              </a:buClr>
              <a:buSzPts val="3700"/>
              <a:buFont typeface="Times New Roman"/>
              <a:buNone/>
            </a:pPr>
            <a:r>
              <a:rPr lang="vi-VN" sz="3700" dirty="0"/>
              <a:t>4. KẾT QUẢ THỰC NGHIỆM</a:t>
            </a:r>
            <a:endParaRPr dirty="0"/>
          </a:p>
        </p:txBody>
      </p:sp>
      <p:sp>
        <p:nvSpPr>
          <p:cNvPr id="574" name="Google Shape;574;p9">
            <a:extLst>
              <a:ext uri="{FF2B5EF4-FFF2-40B4-BE49-F238E27FC236}">
                <a16:creationId xmlns:a16="http://schemas.microsoft.com/office/drawing/2014/main" id="{36F3EBA9-0418-3A2D-527D-FA92083D0541}"/>
              </a:ext>
            </a:extLst>
          </p:cNvPr>
          <p:cNvSpPr txBox="1">
            <a:spLocks noGrp="1"/>
          </p:cNvSpPr>
          <p:nvPr>
            <p:ph type="body" idx="1"/>
          </p:nvPr>
        </p:nvSpPr>
        <p:spPr>
          <a:xfrm>
            <a:off x="774144" y="1809750"/>
            <a:ext cx="10655855" cy="4158343"/>
          </a:xfrm>
          <a:prstGeom prst="rect">
            <a:avLst/>
          </a:prstGeom>
          <a:noFill/>
          <a:ln>
            <a:noFill/>
          </a:ln>
        </p:spPr>
        <p:txBody>
          <a:bodyPr spcFirstLastPara="1" wrap="square" lIns="91425" tIns="45700" rIns="91425" bIns="45700" anchor="t" anchorCtr="0">
            <a:normAutofit fontScale="77500" lnSpcReduction="20000"/>
          </a:bodyPr>
          <a:lstStyle/>
          <a:p>
            <a:r>
              <a:rPr lang="vi-VN" b="1" dirty="0"/>
              <a:t>Benchmark Hiệu năng (Latency &amp; FPS)</a:t>
            </a:r>
            <a:endParaRPr lang="vi-VN" dirty="0"/>
          </a:p>
          <a:p>
            <a:r>
              <a:rPr lang="vi-VN" dirty="0"/>
              <a:t>*   </a:t>
            </a:r>
            <a:r>
              <a:rPr lang="vi-VN" i="1" dirty="0"/>
              <a:t>*(Chèn Bảng / Biểu đồ Latency)*</a:t>
            </a:r>
            <a:endParaRPr lang="vi-VN" dirty="0"/>
          </a:p>
          <a:p>
            <a:pPr marL="50800" indent="0">
              <a:buNone/>
            </a:pPr>
            <a:r>
              <a:rPr lang="vi-VN" dirty="0"/>
              <a:t>Hệ thống có bộ script `benchmark_latency.py` đo kiểm nghiêm ngặt:</a:t>
            </a:r>
            <a:endParaRPr lang="en-US" dirty="0"/>
          </a:p>
          <a:p>
            <a:pPr marL="50800" indent="0">
              <a:buNone/>
            </a:pPr>
            <a:r>
              <a:rPr lang="vi-VN" dirty="0"/>
              <a:t>Phát hiện mặt &amp; Căn chỉnh mất &lt; 15ms.</a:t>
            </a:r>
            <a:endParaRPr lang="en-US" dirty="0"/>
          </a:p>
          <a:p>
            <a:pPr marL="50800" indent="0">
              <a:buNone/>
            </a:pPr>
            <a:r>
              <a:rPr lang="vi-VN" dirty="0"/>
              <a:t>FaceLiVT Inference: ~30ms (Trên PC) / ~120ms (Trên Pi).</a:t>
            </a:r>
          </a:p>
          <a:p>
            <a:pPr marL="50800" indent="0">
              <a:buNone/>
            </a:pPr>
            <a:r>
              <a:rPr lang="vi-VN" dirty="0"/>
              <a:t>SFace Inference: ~40ms (Trên PC) / ~80ms (Trên Pi).</a:t>
            </a:r>
            <a:endParaRPr lang="en-US" dirty="0"/>
          </a:p>
          <a:p>
            <a:pPr marL="50800" indent="0">
              <a:buNone/>
            </a:pPr>
            <a:r>
              <a:rPr lang="vi-VN" dirty="0"/>
              <a:t>Tổng thể Pipeline: SFace chạy được ~20 FPS, FaceLiVT ~11 FPS. Hoàn toàn đáp ứng yêu cầu Real-time (Thời gian thực).</a:t>
            </a:r>
          </a:p>
          <a:p>
            <a:br>
              <a:rPr lang="vi-VN" dirty="0"/>
            </a:br>
            <a:endParaRPr lang="vi-VN" dirty="0"/>
          </a:p>
          <a:p>
            <a:pPr marL="228600" lvl="0" indent="-228600" algn="just" rtl="0">
              <a:lnSpc>
                <a:spcPct val="130000"/>
              </a:lnSpc>
              <a:spcBef>
                <a:spcPts val="0"/>
              </a:spcBef>
              <a:spcAft>
                <a:spcPts val="0"/>
              </a:spcAft>
              <a:buClr>
                <a:schemeClr val="dk1"/>
              </a:buClr>
              <a:buSzPts val="2800"/>
              <a:buChar char="•"/>
            </a:pPr>
            <a:endParaRPr dirty="0"/>
          </a:p>
        </p:txBody>
      </p:sp>
      <p:sp>
        <p:nvSpPr>
          <p:cNvPr id="575" name="Google Shape;575;p9">
            <a:extLst>
              <a:ext uri="{FF2B5EF4-FFF2-40B4-BE49-F238E27FC236}">
                <a16:creationId xmlns:a16="http://schemas.microsoft.com/office/drawing/2014/main" id="{C0BEB4F7-8B5E-D6F2-61FA-0FCA9078452F}"/>
              </a:ext>
            </a:extLst>
          </p:cNvPr>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vi-VN"/>
              <a:t>Trường Đại học Công nghệ Thông tin, ĐHQG-HCM</a:t>
            </a:r>
            <a:endParaRPr/>
          </a:p>
        </p:txBody>
      </p:sp>
      <p:sp>
        <p:nvSpPr>
          <p:cNvPr id="576" name="Google Shape;576;p9">
            <a:extLst>
              <a:ext uri="{FF2B5EF4-FFF2-40B4-BE49-F238E27FC236}">
                <a16:creationId xmlns:a16="http://schemas.microsoft.com/office/drawing/2014/main" id="{212EAB97-E624-D39C-1A89-05AB63C433B9}"/>
              </a:ext>
            </a:extLst>
          </p:cNvPr>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vi-VN"/>
              <a:t>22</a:t>
            </a:fld>
            <a:endParaRPr/>
          </a:p>
        </p:txBody>
      </p:sp>
    </p:spTree>
    <p:extLst>
      <p:ext uri="{BB962C8B-B14F-4D97-AF65-F5344CB8AC3E}">
        <p14:creationId xmlns:p14="http://schemas.microsoft.com/office/powerpoint/2010/main" val="28493550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72">
          <a:extLst>
            <a:ext uri="{FF2B5EF4-FFF2-40B4-BE49-F238E27FC236}">
              <a16:creationId xmlns:a16="http://schemas.microsoft.com/office/drawing/2014/main" id="{27A0DF6F-0D9F-97A9-FA32-C980B072C809}"/>
            </a:ext>
          </a:extLst>
        </p:cNvPr>
        <p:cNvGrpSpPr/>
        <p:nvPr/>
      </p:nvGrpSpPr>
      <p:grpSpPr>
        <a:xfrm>
          <a:off x="0" y="0"/>
          <a:ext cx="0" cy="0"/>
          <a:chOff x="0" y="0"/>
          <a:chExt cx="0" cy="0"/>
        </a:xfrm>
      </p:grpSpPr>
      <p:sp>
        <p:nvSpPr>
          <p:cNvPr id="573" name="Google Shape;573;p9">
            <a:extLst>
              <a:ext uri="{FF2B5EF4-FFF2-40B4-BE49-F238E27FC236}">
                <a16:creationId xmlns:a16="http://schemas.microsoft.com/office/drawing/2014/main" id="{A0EC09E7-6355-27FA-2AD1-93B8C5F0AADE}"/>
              </a:ext>
            </a:extLst>
          </p:cNvPr>
          <p:cNvSpPr txBox="1">
            <a:spLocks noGrp="1"/>
          </p:cNvSpPr>
          <p:nvPr>
            <p:ph type="title"/>
          </p:nvPr>
        </p:nvSpPr>
        <p:spPr>
          <a:xfrm>
            <a:off x="774145" y="223964"/>
            <a:ext cx="10579655" cy="1357186"/>
          </a:xfrm>
          <a:prstGeom prst="rect">
            <a:avLst/>
          </a:prstGeom>
          <a:noFill/>
          <a:ln>
            <a:noFill/>
          </a:ln>
        </p:spPr>
        <p:txBody>
          <a:bodyPr spcFirstLastPara="1" wrap="square" lIns="91425" tIns="45700" rIns="91425" bIns="45700" anchor="ctr" anchorCtr="0">
            <a:noAutofit/>
          </a:bodyPr>
          <a:lstStyle/>
          <a:p>
            <a:pPr marL="0" lvl="0" indent="0" algn="l" rtl="0">
              <a:lnSpc>
                <a:spcPct val="120000"/>
              </a:lnSpc>
              <a:spcBef>
                <a:spcPts val="0"/>
              </a:spcBef>
              <a:spcAft>
                <a:spcPts val="0"/>
              </a:spcAft>
              <a:buClr>
                <a:srgbClr val="0072FF"/>
              </a:buClr>
              <a:buSzPts val="3700"/>
              <a:buFont typeface="Times New Roman"/>
              <a:buNone/>
            </a:pPr>
            <a:r>
              <a:rPr lang="vi-VN" sz="3700"/>
              <a:t>4. KẾT QUẢ THỰC NGHIỆM</a:t>
            </a:r>
            <a:endParaRPr/>
          </a:p>
        </p:txBody>
      </p:sp>
      <p:sp>
        <p:nvSpPr>
          <p:cNvPr id="574" name="Google Shape;574;p9">
            <a:extLst>
              <a:ext uri="{FF2B5EF4-FFF2-40B4-BE49-F238E27FC236}">
                <a16:creationId xmlns:a16="http://schemas.microsoft.com/office/drawing/2014/main" id="{B0A91C5B-4C64-7B64-7558-6D3BAA5925B0}"/>
              </a:ext>
            </a:extLst>
          </p:cNvPr>
          <p:cNvSpPr txBox="1">
            <a:spLocks noGrp="1"/>
          </p:cNvSpPr>
          <p:nvPr>
            <p:ph type="body" idx="1"/>
          </p:nvPr>
        </p:nvSpPr>
        <p:spPr>
          <a:xfrm>
            <a:off x="774144" y="1809750"/>
            <a:ext cx="10655855" cy="4158343"/>
          </a:xfrm>
          <a:prstGeom prst="rect">
            <a:avLst/>
          </a:prstGeom>
          <a:noFill/>
          <a:ln>
            <a:noFill/>
          </a:ln>
        </p:spPr>
        <p:txBody>
          <a:bodyPr spcFirstLastPara="1" wrap="square" lIns="91425" tIns="45700" rIns="91425" bIns="45700" anchor="t" anchorCtr="0">
            <a:normAutofit fontScale="85000" lnSpcReduction="20000"/>
          </a:bodyPr>
          <a:lstStyle/>
          <a:p>
            <a:pPr marL="50800" indent="0" algn="l">
              <a:buNone/>
            </a:pPr>
            <a:r>
              <a:rPr lang="vi-VN" b="1" dirty="0"/>
              <a:t>Benchmark </a:t>
            </a:r>
            <a:r>
              <a:rPr lang="en-US" b="1" dirty="0" err="1"/>
              <a:t>độ</a:t>
            </a:r>
            <a:r>
              <a:rPr lang="en-US" b="1" dirty="0"/>
              <a:t> </a:t>
            </a:r>
            <a:r>
              <a:rPr lang="en-US" b="1" dirty="0" err="1"/>
              <a:t>chính</a:t>
            </a:r>
            <a:r>
              <a:rPr lang="en-US" b="1" dirty="0"/>
              <a:t> </a:t>
            </a:r>
            <a:r>
              <a:rPr lang="en-US" b="1" dirty="0" err="1"/>
              <a:t>xác</a:t>
            </a:r>
            <a:r>
              <a:rPr lang="en-US" b="1" dirty="0"/>
              <a:t>:</a:t>
            </a:r>
          </a:p>
          <a:p>
            <a:pPr algn="l">
              <a:buFontTx/>
              <a:buChar char="-"/>
            </a:pPr>
            <a:r>
              <a:rPr lang="en-US" dirty="0"/>
              <a:t>Dataset: </a:t>
            </a:r>
            <a:r>
              <a:rPr lang="en-US" b="1" dirty="0">
                <a:hlinkClick r:id="rId3"/>
              </a:rPr>
              <a:t>https://huggingface.co/datasets/fptudsc/face-celeb-vietnamese</a:t>
            </a:r>
            <a:endParaRPr lang="en-US" b="1" dirty="0"/>
          </a:p>
          <a:p>
            <a:pPr algn="l">
              <a:buFontTx/>
              <a:buChar char="-"/>
            </a:pPr>
            <a:r>
              <a:rPr lang="en-US" b="1" dirty="0"/>
              <a:t>https://www.facebook.com/automation.control.hcmut/posts/dataset-vietnamese-faces-used-for-face-recognition/2355049714824463/</a:t>
            </a:r>
          </a:p>
          <a:p>
            <a:pPr algn="l">
              <a:buFontTx/>
              <a:buChar char="-"/>
            </a:pPr>
            <a:r>
              <a:rPr lang="en-US" dirty="0"/>
              <a:t>Preprocessing: </a:t>
            </a:r>
            <a:r>
              <a:rPr lang="en-US" dirty="0" err="1"/>
              <a:t>loại</a:t>
            </a:r>
            <a:r>
              <a:rPr lang="en-US" dirty="0"/>
              <a:t> </a:t>
            </a:r>
            <a:r>
              <a:rPr lang="en-US" dirty="0" err="1"/>
              <a:t>các</a:t>
            </a:r>
            <a:r>
              <a:rPr lang="en-US" dirty="0"/>
              <a:t> </a:t>
            </a:r>
            <a:r>
              <a:rPr lang="en-US" dirty="0" err="1"/>
              <a:t>ảnh</a:t>
            </a:r>
            <a:r>
              <a:rPr lang="en-US" dirty="0"/>
              <a:t> </a:t>
            </a:r>
            <a:r>
              <a:rPr lang="en-US" dirty="0" err="1"/>
              <a:t>mặt</a:t>
            </a:r>
            <a:r>
              <a:rPr lang="en-US" dirty="0"/>
              <a:t> </a:t>
            </a:r>
            <a:r>
              <a:rPr lang="en-US" dirty="0" err="1"/>
              <a:t>nghiêng</a:t>
            </a:r>
            <a:r>
              <a:rPr lang="en-US" dirty="0"/>
              <a:t> </a:t>
            </a:r>
            <a:r>
              <a:rPr lang="en-US" dirty="0" err="1"/>
              <a:t>trái-phải</a:t>
            </a:r>
            <a:r>
              <a:rPr lang="en-US" dirty="0"/>
              <a:t>, </a:t>
            </a:r>
            <a:r>
              <a:rPr lang="en-US" dirty="0" err="1"/>
              <a:t>lọc</a:t>
            </a:r>
            <a:r>
              <a:rPr lang="en-US" dirty="0"/>
              <a:t> </a:t>
            </a:r>
            <a:r>
              <a:rPr lang="en-US" dirty="0" err="1"/>
              <a:t>lấy</a:t>
            </a:r>
            <a:r>
              <a:rPr lang="en-US" dirty="0"/>
              <a:t> </a:t>
            </a:r>
            <a:r>
              <a:rPr lang="en-US" dirty="0" err="1"/>
              <a:t>ảnh</a:t>
            </a:r>
            <a:r>
              <a:rPr lang="en-US" dirty="0"/>
              <a:t> </a:t>
            </a:r>
            <a:r>
              <a:rPr lang="en-US" dirty="0" err="1"/>
              <a:t>chính</a:t>
            </a:r>
            <a:r>
              <a:rPr lang="en-US" dirty="0"/>
              <a:t> </a:t>
            </a:r>
            <a:r>
              <a:rPr lang="en-US" dirty="0" err="1"/>
              <a:t>diện</a:t>
            </a:r>
            <a:r>
              <a:rPr lang="en-US" dirty="0"/>
              <a:t> (</a:t>
            </a:r>
            <a:r>
              <a:rPr lang="en-US" dirty="0" err="1"/>
              <a:t>phù</a:t>
            </a:r>
            <a:r>
              <a:rPr lang="en-US" dirty="0"/>
              <a:t> </a:t>
            </a:r>
            <a:r>
              <a:rPr lang="en-US" dirty="0" err="1"/>
              <a:t>hợp</a:t>
            </a:r>
            <a:r>
              <a:rPr lang="en-US" dirty="0"/>
              <a:t> </a:t>
            </a:r>
            <a:r>
              <a:rPr lang="en-US" dirty="0" err="1"/>
              <a:t>với</a:t>
            </a:r>
            <a:r>
              <a:rPr lang="en-US" dirty="0"/>
              <a:t> </a:t>
            </a:r>
            <a:r>
              <a:rPr lang="en-US" dirty="0" err="1"/>
              <a:t>thực</a:t>
            </a:r>
            <a:r>
              <a:rPr lang="en-US" dirty="0"/>
              <a:t> </a:t>
            </a:r>
            <a:r>
              <a:rPr lang="en-US" dirty="0" err="1"/>
              <a:t>tế</a:t>
            </a:r>
            <a:r>
              <a:rPr lang="en-US" dirty="0"/>
              <a:t>)</a:t>
            </a:r>
          </a:p>
          <a:p>
            <a:pPr algn="l">
              <a:buFontTx/>
              <a:buChar char="-"/>
            </a:pPr>
            <a:r>
              <a:rPr lang="en-US" dirty="0" err="1"/>
              <a:t>Tách</a:t>
            </a:r>
            <a:r>
              <a:rPr lang="en-US" dirty="0"/>
              <a:t>: 80% enrollment, 20% validate</a:t>
            </a:r>
          </a:p>
          <a:p>
            <a:pPr algn="l">
              <a:buFontTx/>
              <a:buChar char="-"/>
            </a:pPr>
            <a:r>
              <a:rPr lang="en-US" dirty="0" err="1"/>
              <a:t>Kết</a:t>
            </a:r>
            <a:r>
              <a:rPr lang="en-US" dirty="0"/>
              <a:t> </a:t>
            </a:r>
            <a:r>
              <a:rPr lang="en-US" dirty="0" err="1"/>
              <a:t>quả</a:t>
            </a:r>
            <a:endParaRPr dirty="0"/>
          </a:p>
        </p:txBody>
      </p:sp>
      <p:sp>
        <p:nvSpPr>
          <p:cNvPr id="575" name="Google Shape;575;p9">
            <a:extLst>
              <a:ext uri="{FF2B5EF4-FFF2-40B4-BE49-F238E27FC236}">
                <a16:creationId xmlns:a16="http://schemas.microsoft.com/office/drawing/2014/main" id="{8FEE967A-ED4F-0A85-EA9F-5EB501DD84B2}"/>
              </a:ext>
            </a:extLst>
          </p:cNvPr>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vi-VN"/>
              <a:t>Trường Đại học Công nghệ Thông tin, ĐHQG-HCM</a:t>
            </a:r>
            <a:endParaRPr/>
          </a:p>
        </p:txBody>
      </p:sp>
      <p:sp>
        <p:nvSpPr>
          <p:cNvPr id="576" name="Google Shape;576;p9">
            <a:extLst>
              <a:ext uri="{FF2B5EF4-FFF2-40B4-BE49-F238E27FC236}">
                <a16:creationId xmlns:a16="http://schemas.microsoft.com/office/drawing/2014/main" id="{30AA6270-4622-6E22-CD0D-C5FA4D3E2FEF}"/>
              </a:ext>
            </a:extLst>
          </p:cNvPr>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vi-VN"/>
              <a:t>23</a:t>
            </a:fld>
            <a:endParaRPr/>
          </a:p>
        </p:txBody>
      </p:sp>
    </p:spTree>
    <p:extLst>
      <p:ext uri="{BB962C8B-B14F-4D97-AF65-F5344CB8AC3E}">
        <p14:creationId xmlns:p14="http://schemas.microsoft.com/office/powerpoint/2010/main" val="38760459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72">
          <a:extLst>
            <a:ext uri="{FF2B5EF4-FFF2-40B4-BE49-F238E27FC236}">
              <a16:creationId xmlns:a16="http://schemas.microsoft.com/office/drawing/2014/main" id="{6FF6812A-8945-5432-6035-3C1E8312738C}"/>
            </a:ext>
          </a:extLst>
        </p:cNvPr>
        <p:cNvGrpSpPr/>
        <p:nvPr/>
      </p:nvGrpSpPr>
      <p:grpSpPr>
        <a:xfrm>
          <a:off x="0" y="0"/>
          <a:ext cx="0" cy="0"/>
          <a:chOff x="0" y="0"/>
          <a:chExt cx="0" cy="0"/>
        </a:xfrm>
      </p:grpSpPr>
      <p:sp>
        <p:nvSpPr>
          <p:cNvPr id="573" name="Google Shape;573;p9">
            <a:extLst>
              <a:ext uri="{FF2B5EF4-FFF2-40B4-BE49-F238E27FC236}">
                <a16:creationId xmlns:a16="http://schemas.microsoft.com/office/drawing/2014/main" id="{314536A5-260A-240A-4430-A31E9CC8E94D}"/>
              </a:ext>
            </a:extLst>
          </p:cNvPr>
          <p:cNvSpPr txBox="1">
            <a:spLocks noGrp="1"/>
          </p:cNvSpPr>
          <p:nvPr>
            <p:ph type="title"/>
          </p:nvPr>
        </p:nvSpPr>
        <p:spPr>
          <a:xfrm>
            <a:off x="774145" y="223964"/>
            <a:ext cx="10579655" cy="1357186"/>
          </a:xfrm>
          <a:prstGeom prst="rect">
            <a:avLst/>
          </a:prstGeom>
          <a:noFill/>
          <a:ln>
            <a:noFill/>
          </a:ln>
        </p:spPr>
        <p:txBody>
          <a:bodyPr spcFirstLastPara="1" wrap="square" lIns="91425" tIns="45700" rIns="91425" bIns="45700" anchor="ctr" anchorCtr="0">
            <a:noAutofit/>
          </a:bodyPr>
          <a:lstStyle/>
          <a:p>
            <a:pPr marL="0" lvl="0" indent="0" algn="l" rtl="0">
              <a:lnSpc>
                <a:spcPct val="120000"/>
              </a:lnSpc>
              <a:spcBef>
                <a:spcPts val="0"/>
              </a:spcBef>
              <a:spcAft>
                <a:spcPts val="0"/>
              </a:spcAft>
              <a:buClr>
                <a:srgbClr val="0072FF"/>
              </a:buClr>
              <a:buSzPts val="3700"/>
              <a:buFont typeface="Times New Roman"/>
              <a:buNone/>
            </a:pPr>
            <a:r>
              <a:rPr lang="vi-VN" sz="3700"/>
              <a:t>4. KẾT QUẢ THỰC NGHIỆM</a:t>
            </a:r>
            <a:endParaRPr/>
          </a:p>
        </p:txBody>
      </p:sp>
      <p:sp>
        <p:nvSpPr>
          <p:cNvPr id="574" name="Google Shape;574;p9">
            <a:extLst>
              <a:ext uri="{FF2B5EF4-FFF2-40B4-BE49-F238E27FC236}">
                <a16:creationId xmlns:a16="http://schemas.microsoft.com/office/drawing/2014/main" id="{3CC3829F-2C5B-529E-9CA1-BFFD5E3F453D}"/>
              </a:ext>
            </a:extLst>
          </p:cNvPr>
          <p:cNvSpPr txBox="1">
            <a:spLocks noGrp="1"/>
          </p:cNvSpPr>
          <p:nvPr>
            <p:ph type="body" idx="1"/>
          </p:nvPr>
        </p:nvSpPr>
        <p:spPr>
          <a:xfrm>
            <a:off x="774144" y="1809750"/>
            <a:ext cx="10655855" cy="4158343"/>
          </a:xfrm>
          <a:prstGeom prst="rect">
            <a:avLst/>
          </a:prstGeom>
          <a:noFill/>
          <a:ln>
            <a:noFill/>
          </a:ln>
        </p:spPr>
        <p:txBody>
          <a:bodyPr spcFirstLastPara="1" wrap="square" lIns="91425" tIns="45700" rIns="91425" bIns="45700" anchor="t" anchorCtr="0">
            <a:normAutofit fontScale="55000" lnSpcReduction="20000"/>
          </a:bodyPr>
          <a:lstStyle/>
          <a:p>
            <a:pPr marL="50800" indent="0" algn="l">
              <a:buNone/>
            </a:pPr>
            <a:r>
              <a:rPr lang="vi-VN" b="1" dirty="0"/>
              <a:t>Tìm kiếm Ngưỡng chuẩn (Threshold Tuning)</a:t>
            </a:r>
            <a:endParaRPr lang="vi-VN" dirty="0"/>
          </a:p>
          <a:p>
            <a:pPr marL="50800" indent="0" algn="l">
              <a:buNone/>
            </a:pPr>
            <a:r>
              <a:rPr lang="vi-VN" b="1" dirty="0"/>
              <a:t>Phương pháp:</a:t>
            </a:r>
            <a:r>
              <a:rPr lang="en-US" b="1" dirty="0"/>
              <a:t> </a:t>
            </a:r>
            <a:r>
              <a:rPr lang="vi-VN" dirty="0"/>
              <a:t>Vẽ biểu đồ phân bố Cosine Similarity của "Cùng người" (Xanh) và "Khác người" (Đỏ). Điểm giao nhau giữa 2 phân bố chính là ngưỡng (Threshold) tối ưu lý thuyết. (Ví dụ: SFace = 0.363, FaceLiVT = 0.50 - 0.60).</a:t>
            </a:r>
          </a:p>
          <a:p>
            <a:pPr marL="50800" indent="0" algn="l">
              <a:buNone/>
            </a:pPr>
            <a:br>
              <a:rPr lang="vi-VN" dirty="0"/>
            </a:br>
            <a:endParaRPr lang="vi-VN" dirty="0"/>
          </a:p>
          <a:p>
            <a:pPr marL="50800" indent="0">
              <a:buNone/>
            </a:pPr>
            <a:endParaRPr lang="en-US" b="1" dirty="0"/>
          </a:p>
          <a:p>
            <a:pPr marL="50800" indent="0">
              <a:buNone/>
            </a:pPr>
            <a:endParaRPr lang="en-US" b="1" dirty="0"/>
          </a:p>
          <a:p>
            <a:pPr marL="50800" indent="0">
              <a:buNone/>
            </a:pPr>
            <a:endParaRPr lang="en-US" b="1" dirty="0"/>
          </a:p>
          <a:p>
            <a:pPr marL="50800" indent="0">
              <a:buNone/>
            </a:pPr>
            <a:endParaRPr lang="en-US" b="1" dirty="0"/>
          </a:p>
          <a:p>
            <a:r>
              <a:rPr lang="vi-VN" dirty="0"/>
              <a:t>*  </a:t>
            </a:r>
            <a:r>
              <a:rPr lang="vi-VN" i="1" dirty="0"/>
              <a:t>(Chèn biểu đồ Bell Curves cắt nhau - Histogram Xanh/Đỏ)*</a:t>
            </a:r>
            <a:endParaRPr lang="vi-VN" dirty="0"/>
          </a:p>
          <a:p>
            <a:r>
              <a:rPr lang="vi-VN" b="1" dirty="0"/>
              <a:t>Trade-off (Sự đánh đổi):</a:t>
            </a:r>
            <a:endParaRPr lang="en-US" b="1" dirty="0"/>
          </a:p>
          <a:p>
            <a:pPr marL="50800" indent="0">
              <a:buNone/>
            </a:pPr>
            <a:r>
              <a:rPr lang="en-US" dirty="0"/>
              <a:t>-	</a:t>
            </a:r>
            <a:r>
              <a:rPr lang="vi-VN" dirty="0"/>
              <a:t>Threshold cao: Khó nhận diện (FRR tăng), nhưng an toàn, không nhận nhầm người lạ (FAR giảm).</a:t>
            </a:r>
          </a:p>
          <a:p>
            <a:pPr marL="50800" indent="0">
              <a:buNone/>
            </a:pPr>
            <a:r>
              <a:rPr lang="vi-VN" dirty="0"/>
              <a:t> </a:t>
            </a:r>
            <a:r>
              <a:rPr lang="en-US" dirty="0"/>
              <a:t>-	</a:t>
            </a:r>
            <a:r>
              <a:rPr lang="vi-VN" dirty="0"/>
              <a:t>Threshold thấp: Dễ nhận diện, góc nghiêng cũng nhận, nhưng dễ nhận nhầm người.</a:t>
            </a:r>
          </a:p>
          <a:p>
            <a:pPr marL="228600" lvl="0" indent="-228600" algn="just" rtl="0">
              <a:lnSpc>
                <a:spcPct val="130000"/>
              </a:lnSpc>
              <a:spcBef>
                <a:spcPts val="0"/>
              </a:spcBef>
              <a:spcAft>
                <a:spcPts val="0"/>
              </a:spcAft>
              <a:buClr>
                <a:schemeClr val="dk1"/>
              </a:buClr>
              <a:buSzPts val="2800"/>
              <a:buChar char="•"/>
            </a:pPr>
            <a:endParaRPr dirty="0"/>
          </a:p>
        </p:txBody>
      </p:sp>
      <p:sp>
        <p:nvSpPr>
          <p:cNvPr id="575" name="Google Shape;575;p9">
            <a:extLst>
              <a:ext uri="{FF2B5EF4-FFF2-40B4-BE49-F238E27FC236}">
                <a16:creationId xmlns:a16="http://schemas.microsoft.com/office/drawing/2014/main" id="{F202DA1A-65B8-F489-DFB7-87157B152563}"/>
              </a:ext>
            </a:extLst>
          </p:cNvPr>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vi-VN"/>
              <a:t>Trường Đại học Công nghệ Thông tin, ĐHQG-HCM</a:t>
            </a:r>
            <a:endParaRPr/>
          </a:p>
        </p:txBody>
      </p:sp>
      <p:sp>
        <p:nvSpPr>
          <p:cNvPr id="576" name="Google Shape;576;p9">
            <a:extLst>
              <a:ext uri="{FF2B5EF4-FFF2-40B4-BE49-F238E27FC236}">
                <a16:creationId xmlns:a16="http://schemas.microsoft.com/office/drawing/2014/main" id="{83AA7FB0-E529-5D26-B2C0-BB6F8C264036}"/>
              </a:ext>
            </a:extLst>
          </p:cNvPr>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vi-VN"/>
              <a:t>24</a:t>
            </a:fld>
            <a:endParaRPr/>
          </a:p>
        </p:txBody>
      </p:sp>
    </p:spTree>
    <p:extLst>
      <p:ext uri="{BB962C8B-B14F-4D97-AF65-F5344CB8AC3E}">
        <p14:creationId xmlns:p14="http://schemas.microsoft.com/office/powerpoint/2010/main" val="33202586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81"/>
        <p:cNvGrpSpPr/>
        <p:nvPr/>
      </p:nvGrpSpPr>
      <p:grpSpPr>
        <a:xfrm>
          <a:off x="0" y="0"/>
          <a:ext cx="0" cy="0"/>
          <a:chOff x="0" y="0"/>
          <a:chExt cx="0" cy="0"/>
        </a:xfrm>
      </p:grpSpPr>
      <p:sp>
        <p:nvSpPr>
          <p:cNvPr id="582" name="Google Shape;582;p10"/>
          <p:cNvSpPr txBox="1">
            <a:spLocks noGrp="1"/>
          </p:cNvSpPr>
          <p:nvPr>
            <p:ph type="title"/>
          </p:nvPr>
        </p:nvSpPr>
        <p:spPr>
          <a:xfrm>
            <a:off x="774145" y="223964"/>
            <a:ext cx="10579655" cy="1357186"/>
          </a:xfrm>
          <a:prstGeom prst="rect">
            <a:avLst/>
          </a:prstGeom>
          <a:noFill/>
          <a:ln>
            <a:noFill/>
          </a:ln>
        </p:spPr>
        <p:txBody>
          <a:bodyPr spcFirstLastPara="1" wrap="square" lIns="91425" tIns="45700" rIns="91425" bIns="45700" anchor="ctr" anchorCtr="0">
            <a:noAutofit/>
          </a:bodyPr>
          <a:lstStyle/>
          <a:p>
            <a:pPr marL="0" lvl="0" indent="0" algn="l" rtl="0">
              <a:lnSpc>
                <a:spcPct val="120000"/>
              </a:lnSpc>
              <a:spcBef>
                <a:spcPts val="0"/>
              </a:spcBef>
              <a:spcAft>
                <a:spcPts val="0"/>
              </a:spcAft>
              <a:buClr>
                <a:srgbClr val="0072FF"/>
              </a:buClr>
              <a:buSzPts val="3700"/>
              <a:buFont typeface="Times New Roman"/>
              <a:buNone/>
            </a:pPr>
            <a:r>
              <a:rPr lang="vi-VN" sz="3700"/>
              <a:t>5. KẾT LUẬN VÀ HƯỚNG PHÁT TRIỂN</a:t>
            </a:r>
            <a:endParaRPr/>
          </a:p>
        </p:txBody>
      </p:sp>
      <p:sp>
        <p:nvSpPr>
          <p:cNvPr id="583" name="Google Shape;583;p10"/>
          <p:cNvSpPr txBox="1">
            <a:spLocks noGrp="1"/>
          </p:cNvSpPr>
          <p:nvPr>
            <p:ph type="body" idx="1"/>
          </p:nvPr>
        </p:nvSpPr>
        <p:spPr>
          <a:xfrm>
            <a:off x="774144" y="1809750"/>
            <a:ext cx="10655855" cy="4158343"/>
          </a:xfrm>
          <a:prstGeom prst="rect">
            <a:avLst/>
          </a:prstGeom>
          <a:noFill/>
          <a:ln>
            <a:noFill/>
          </a:ln>
        </p:spPr>
        <p:txBody>
          <a:bodyPr spcFirstLastPara="1" wrap="square" lIns="91425" tIns="45700" rIns="91425" bIns="45700" anchor="t" anchorCtr="0">
            <a:normAutofit fontScale="85000" lnSpcReduction="20000"/>
          </a:bodyPr>
          <a:lstStyle/>
          <a:p>
            <a:pPr marL="50800" indent="0">
              <a:buNone/>
            </a:pPr>
            <a:r>
              <a:rPr lang="en-US" b="1" dirty="0" err="1"/>
              <a:t>Kết</a:t>
            </a:r>
            <a:r>
              <a:rPr lang="en-US" b="1" dirty="0"/>
              <a:t> </a:t>
            </a:r>
            <a:r>
              <a:rPr lang="en-US" b="1" dirty="0" err="1"/>
              <a:t>quả</a:t>
            </a:r>
            <a:r>
              <a:rPr lang="en-US" b="1" dirty="0"/>
              <a:t> </a:t>
            </a:r>
            <a:r>
              <a:rPr lang="en-US" b="1" dirty="0" err="1"/>
              <a:t>đạt</a:t>
            </a:r>
            <a:r>
              <a:rPr lang="en-US" b="1" dirty="0"/>
              <a:t> </a:t>
            </a:r>
            <a:r>
              <a:rPr lang="en-US" b="1" dirty="0" err="1"/>
              <a:t>được</a:t>
            </a:r>
            <a:r>
              <a:rPr lang="en-US" b="1" dirty="0"/>
              <a:t>:</a:t>
            </a:r>
          </a:p>
          <a:p>
            <a:pPr marL="50800" indent="0">
              <a:buNone/>
            </a:pPr>
            <a:endParaRPr lang="en-US" b="1" dirty="0"/>
          </a:p>
          <a:p>
            <a:pPr marL="50800" indent="0">
              <a:buNone/>
            </a:pPr>
            <a:endParaRPr lang="en-US" b="1" dirty="0"/>
          </a:p>
          <a:p>
            <a:pPr marL="50800" indent="0">
              <a:buNone/>
            </a:pPr>
            <a:r>
              <a:rPr lang="vi-VN" b="1" dirty="0"/>
              <a:t>Hướng phát triển mở rộng</a:t>
            </a:r>
            <a:endParaRPr lang="vi-VN" dirty="0"/>
          </a:p>
          <a:p>
            <a:pPr marL="50800" indent="0">
              <a:buNone/>
            </a:pPr>
            <a:endParaRPr lang="en-US" dirty="0"/>
          </a:p>
          <a:p>
            <a:pPr marL="50800" indent="0">
              <a:buNone/>
            </a:pPr>
            <a:r>
              <a:rPr lang="vi-VN" dirty="0"/>
              <a:t>1.  </a:t>
            </a:r>
            <a:r>
              <a:rPr lang="vi-VN" b="1" dirty="0"/>
              <a:t>Liveness Detection (Chống giả mạo):**</a:t>
            </a:r>
            <a:endParaRPr lang="vi-VN" dirty="0"/>
          </a:p>
          <a:p>
            <a:r>
              <a:rPr lang="vi-VN" dirty="0"/>
              <a:t>    Hiện tại hệ thống có thể bị qua mặt bởi ảnh in trên giấy hoặc màn hình điện thoại. Cần tích hợp module chống giả mạo (Anti-spoofing).</a:t>
            </a:r>
            <a:endParaRPr lang="en-US" dirty="0"/>
          </a:p>
          <a:p>
            <a:pPr marL="50800" indent="0">
              <a:buNone/>
            </a:pPr>
            <a:r>
              <a:rPr lang="en-US" dirty="0"/>
              <a:t>2. </a:t>
            </a:r>
            <a:r>
              <a:rPr lang="en-US" dirty="0" err="1"/>
              <a:t>Tìm</a:t>
            </a:r>
            <a:r>
              <a:rPr lang="en-US" dirty="0"/>
              <a:t> </a:t>
            </a:r>
            <a:r>
              <a:rPr lang="en-US" dirty="0" err="1"/>
              <a:t>các</a:t>
            </a:r>
            <a:r>
              <a:rPr lang="en-US" dirty="0"/>
              <a:t> models </a:t>
            </a:r>
            <a:r>
              <a:rPr lang="en-US" dirty="0" err="1"/>
              <a:t>nhỏ</a:t>
            </a:r>
            <a:r>
              <a:rPr lang="en-US" dirty="0"/>
              <a:t> </a:t>
            </a:r>
            <a:r>
              <a:rPr lang="en-US" dirty="0" err="1"/>
              <a:t>gọn</a:t>
            </a:r>
            <a:r>
              <a:rPr lang="en-US" dirty="0"/>
              <a:t> </a:t>
            </a:r>
            <a:r>
              <a:rPr lang="en-US" dirty="0" err="1"/>
              <a:t>hơn</a:t>
            </a:r>
            <a:r>
              <a:rPr lang="en-US" dirty="0"/>
              <a:t> </a:t>
            </a:r>
            <a:r>
              <a:rPr lang="en-US" dirty="0" err="1"/>
              <a:t>để</a:t>
            </a:r>
            <a:r>
              <a:rPr lang="en-US" dirty="0"/>
              <a:t> </a:t>
            </a:r>
            <a:r>
              <a:rPr lang="en-US" dirty="0" err="1"/>
              <a:t>hiệu</a:t>
            </a:r>
            <a:r>
              <a:rPr lang="en-US" dirty="0"/>
              <a:t> </a:t>
            </a:r>
            <a:r>
              <a:rPr lang="en-US" dirty="0" err="1"/>
              <a:t>quả</a:t>
            </a:r>
            <a:r>
              <a:rPr lang="en-US" dirty="0"/>
              <a:t> </a:t>
            </a:r>
            <a:r>
              <a:rPr lang="en-US" dirty="0" err="1"/>
              <a:t>hơn</a:t>
            </a:r>
            <a:r>
              <a:rPr lang="en-US" dirty="0"/>
              <a:t> </a:t>
            </a:r>
            <a:r>
              <a:rPr lang="en-US" dirty="0" err="1"/>
              <a:t>về</a:t>
            </a:r>
            <a:r>
              <a:rPr lang="en-US" dirty="0"/>
              <a:t> </a:t>
            </a:r>
            <a:r>
              <a:rPr lang="en-US" dirty="0" err="1"/>
              <a:t>phần</a:t>
            </a:r>
            <a:r>
              <a:rPr lang="en-US" dirty="0"/>
              <a:t> </a:t>
            </a:r>
            <a:r>
              <a:rPr lang="en-US" dirty="0" err="1"/>
              <a:t>cứng</a:t>
            </a:r>
            <a:endParaRPr lang="en-US" dirty="0"/>
          </a:p>
          <a:p>
            <a:endParaRPr lang="en-US" dirty="0"/>
          </a:p>
          <a:p>
            <a:endParaRPr lang="vi-VN" dirty="0"/>
          </a:p>
        </p:txBody>
      </p:sp>
      <p:sp>
        <p:nvSpPr>
          <p:cNvPr id="584" name="Google Shape;584;p10"/>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vi-VN"/>
              <a:t>Trường Đại học Công nghệ Thông tin, ĐHQG-HCM</a:t>
            </a:r>
            <a:endParaRPr/>
          </a:p>
        </p:txBody>
      </p:sp>
      <p:sp>
        <p:nvSpPr>
          <p:cNvPr id="585" name="Google Shape;585;p10"/>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vi-VN"/>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90"/>
        <p:cNvGrpSpPr/>
        <p:nvPr/>
      </p:nvGrpSpPr>
      <p:grpSpPr>
        <a:xfrm>
          <a:off x="0" y="0"/>
          <a:ext cx="0" cy="0"/>
          <a:chOff x="0" y="0"/>
          <a:chExt cx="0" cy="0"/>
        </a:xfrm>
      </p:grpSpPr>
      <p:sp>
        <p:nvSpPr>
          <p:cNvPr id="591" name="Google Shape;591;p11"/>
          <p:cNvSpPr txBox="1">
            <a:spLocks noGrp="1"/>
          </p:cNvSpPr>
          <p:nvPr>
            <p:ph type="title"/>
          </p:nvPr>
        </p:nvSpPr>
        <p:spPr>
          <a:xfrm>
            <a:off x="774145" y="223964"/>
            <a:ext cx="10579655" cy="1357186"/>
          </a:xfrm>
          <a:prstGeom prst="rect">
            <a:avLst/>
          </a:prstGeom>
          <a:noFill/>
          <a:ln>
            <a:noFill/>
          </a:ln>
        </p:spPr>
        <p:txBody>
          <a:bodyPr spcFirstLastPara="1" wrap="square" lIns="91425" tIns="45700" rIns="91425" bIns="45700" anchor="ctr" anchorCtr="0">
            <a:noAutofit/>
          </a:bodyPr>
          <a:lstStyle/>
          <a:p>
            <a:pPr marL="0" lvl="0" indent="0" algn="l" rtl="0">
              <a:lnSpc>
                <a:spcPct val="120000"/>
              </a:lnSpc>
              <a:spcBef>
                <a:spcPts val="0"/>
              </a:spcBef>
              <a:spcAft>
                <a:spcPts val="0"/>
              </a:spcAft>
              <a:buClr>
                <a:srgbClr val="0072FF"/>
              </a:buClr>
              <a:buSzPts val="3700"/>
              <a:buFont typeface="Times New Roman"/>
              <a:buNone/>
            </a:pPr>
            <a:r>
              <a:rPr lang="vi-VN" sz="3700"/>
              <a:t>Tài liệu tham khảo</a:t>
            </a:r>
            <a:endParaRPr/>
          </a:p>
        </p:txBody>
      </p:sp>
      <p:sp>
        <p:nvSpPr>
          <p:cNvPr id="592" name="Google Shape;592;p11"/>
          <p:cNvSpPr txBox="1">
            <a:spLocks noGrp="1"/>
          </p:cNvSpPr>
          <p:nvPr>
            <p:ph type="body" idx="1"/>
          </p:nvPr>
        </p:nvSpPr>
        <p:spPr>
          <a:xfrm>
            <a:off x="774144" y="1809750"/>
            <a:ext cx="10655855" cy="4158343"/>
          </a:xfrm>
          <a:prstGeom prst="rect">
            <a:avLst/>
          </a:prstGeom>
          <a:noFill/>
          <a:ln>
            <a:noFill/>
          </a:ln>
        </p:spPr>
        <p:txBody>
          <a:bodyPr spcFirstLastPara="1" wrap="square" lIns="91425" tIns="45700" rIns="91425" bIns="45700" anchor="t" anchorCtr="0">
            <a:normAutofit/>
          </a:bodyPr>
          <a:lstStyle/>
          <a:p>
            <a:pPr marL="228600" lvl="0" indent="-228600" algn="l">
              <a:spcBef>
                <a:spcPts val="0"/>
              </a:spcBef>
            </a:pPr>
            <a:r>
              <a:rPr lang="en-US" sz="1300" dirty="0"/>
              <a:t>Wu, W., Peng, H. &amp; Yu, S. YuNet: A Tiny Millisecond-level Face Detector. </a:t>
            </a:r>
            <a:r>
              <a:rPr lang="en-US" sz="1300" i="1" dirty="0"/>
              <a:t>Mach. Intell. Res.</a:t>
            </a:r>
            <a:r>
              <a:rPr lang="en-US" sz="1300" dirty="0"/>
              <a:t> </a:t>
            </a:r>
            <a:r>
              <a:rPr lang="en-US" sz="1300" b="1" dirty="0"/>
              <a:t>20</a:t>
            </a:r>
            <a:r>
              <a:rPr lang="en-US" sz="1300" dirty="0"/>
              <a:t>, 656–665 (2023). </a:t>
            </a:r>
            <a:r>
              <a:rPr lang="en-US" sz="1300" dirty="0">
                <a:hlinkClick r:id="rId3"/>
              </a:rPr>
              <a:t>https://doi.org/10.1007/s11633-023-1423-y</a:t>
            </a:r>
            <a:endParaRPr lang="en-US" sz="1300" dirty="0"/>
          </a:p>
          <a:p>
            <a:pPr marL="228600" indent="-228600" algn="l">
              <a:spcBef>
                <a:spcPts val="0"/>
              </a:spcBef>
            </a:pPr>
            <a:r>
              <a:rPr lang="en-US" sz="1300" b="1" dirty="0"/>
              <a:t>"A Comparative Study of Lightweight Face Detection Models for Real-Time Mobile Applications"</a:t>
            </a:r>
            <a:r>
              <a:rPr lang="en-US" sz="1300" dirty="0"/>
              <a:t>, IJEDR - INTERNATIONAL JOURNAL OF ENGINEERING DEVELOPMENT AND RESEARCH (www.IJEDR.org), ISSN:2321-9939, Vol.13, Issue 2, page no.135-156, June-2025, Available :</a:t>
            </a:r>
            <a:r>
              <a:rPr lang="en-US" sz="1300" dirty="0">
                <a:hlinkClick r:id="rId4"/>
              </a:rPr>
              <a:t>https://rjwave.org/IJEDR/papers/IJEDR2502141.pdf</a:t>
            </a:r>
            <a:endParaRPr lang="en-US" sz="1300" dirty="0"/>
          </a:p>
          <a:p>
            <a:pPr marL="228600" indent="-228600" algn="l">
              <a:spcBef>
                <a:spcPts val="0"/>
              </a:spcBef>
            </a:pPr>
            <a:r>
              <a:rPr lang="en-US" sz="1300" b="1" dirty="0"/>
              <a:t>Zhong, </a:t>
            </a:r>
            <a:r>
              <a:rPr lang="en-US" sz="1300" b="1" dirty="0" err="1"/>
              <a:t>Yaoyao</a:t>
            </a:r>
            <a:r>
              <a:rPr lang="en-US" sz="1300" b="1" dirty="0"/>
              <a:t>, et al. "</a:t>
            </a:r>
            <a:r>
              <a:rPr lang="en-US" sz="1300" b="1" dirty="0" err="1"/>
              <a:t>Sface</a:t>
            </a:r>
            <a:r>
              <a:rPr lang="en-US" sz="1300" b="1" dirty="0"/>
              <a:t>: Sigmoid-constrained hypersphere loss for robust face recognition." IEEE Transactions on Image Processing 30 (2021): 2587-2598.</a:t>
            </a:r>
          </a:p>
          <a:p>
            <a:pPr marL="228600" indent="-228600">
              <a:spcBef>
                <a:spcPts val="0"/>
              </a:spcBef>
            </a:pPr>
            <a:r>
              <a:rPr lang="en-US" sz="1300" dirty="0" err="1"/>
              <a:t>Setyawan</a:t>
            </a:r>
            <a:r>
              <a:rPr lang="en-US" sz="1300" dirty="0"/>
              <a:t>, </a:t>
            </a:r>
            <a:r>
              <a:rPr lang="en-US" sz="1300" dirty="0" err="1"/>
              <a:t>Novendra</a:t>
            </a:r>
            <a:r>
              <a:rPr lang="en-US" sz="1300" dirty="0"/>
              <a:t>, et al. "FaceLiVTv2: An Improved Hybrid Architecture for Efficient Mobile Face Recognition." </a:t>
            </a:r>
            <a:r>
              <a:rPr lang="en-US" sz="1300" i="1" dirty="0"/>
              <a:t>IEEE Transactions on Biometrics, Behavior, and Identity Science</a:t>
            </a:r>
            <a:r>
              <a:rPr lang="en-US" sz="1300" dirty="0"/>
              <a:t> (2026).</a:t>
            </a:r>
          </a:p>
          <a:p>
            <a:pPr marL="228600" indent="-228600">
              <a:spcBef>
                <a:spcPts val="0"/>
              </a:spcBef>
            </a:pPr>
            <a:r>
              <a:rPr lang="en-US" sz="1300" dirty="0">
                <a:hlinkClick r:id="rId5"/>
              </a:rPr>
              <a:t>http://github.com/novendrastywn/FaceLiVT</a:t>
            </a:r>
            <a:endParaRPr lang="en-US" sz="1300" dirty="0"/>
          </a:p>
          <a:p>
            <a:pPr marL="228600" indent="-228600">
              <a:spcBef>
                <a:spcPts val="0"/>
              </a:spcBef>
            </a:pPr>
            <a:endParaRPr lang="en-US" sz="1300" dirty="0"/>
          </a:p>
          <a:p>
            <a:pPr marL="228600" indent="-228600">
              <a:spcBef>
                <a:spcPts val="0"/>
              </a:spcBef>
            </a:pPr>
            <a:endParaRPr lang="en-US" sz="1300" dirty="0"/>
          </a:p>
          <a:p>
            <a:pPr marL="228600" indent="-228600">
              <a:spcBef>
                <a:spcPts val="0"/>
              </a:spcBef>
            </a:pPr>
            <a:endParaRPr lang="en-US" sz="1400" dirty="0"/>
          </a:p>
          <a:p>
            <a:pPr marL="228600" lvl="0" indent="-228600">
              <a:spcBef>
                <a:spcPts val="0"/>
              </a:spcBef>
            </a:pPr>
            <a:endParaRPr dirty="0"/>
          </a:p>
        </p:txBody>
      </p:sp>
      <p:sp>
        <p:nvSpPr>
          <p:cNvPr id="593" name="Google Shape;593;p11"/>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vi-VN"/>
              <a:t>Trường Đại học Công nghệ Thông tin, ĐHQG-HCM</a:t>
            </a:r>
            <a:endParaRPr/>
          </a:p>
        </p:txBody>
      </p:sp>
      <p:sp>
        <p:nvSpPr>
          <p:cNvPr id="594" name="Google Shape;594;p11"/>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vi-VN"/>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Google Shape;599;p12"/>
          <p:cNvSpPr txBox="1">
            <a:spLocks noGrp="1"/>
          </p:cNvSpPr>
          <p:nvPr>
            <p:ph type="ftr" idx="11"/>
          </p:nvPr>
        </p:nvSpPr>
        <p:spPr>
          <a:xfrm>
            <a:off x="3684104" y="6481647"/>
            <a:ext cx="4823792" cy="23982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vi-VN"/>
              <a:t>Trường Đại học Công nghệ Thông tin, ĐHQG-HCM</a:t>
            </a:r>
            <a:endParaRPr/>
          </a:p>
        </p:txBody>
      </p:sp>
      <p:sp>
        <p:nvSpPr>
          <p:cNvPr id="600" name="Google Shape;600;p12"/>
          <p:cNvSpPr txBox="1">
            <a:spLocks noGrp="1"/>
          </p:cNvSpPr>
          <p:nvPr>
            <p:ph type="sldNum" idx="12"/>
          </p:nvPr>
        </p:nvSpPr>
        <p:spPr>
          <a:xfrm>
            <a:off x="11897699" y="6560242"/>
            <a:ext cx="291600" cy="2916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vi-VN"/>
              <a:t>27</a:t>
            </a:fld>
            <a:endParaRPr/>
          </a:p>
        </p:txBody>
      </p:sp>
      <p:sp>
        <p:nvSpPr>
          <p:cNvPr id="601" name="Google Shape;601;p12"/>
          <p:cNvSpPr txBox="1"/>
          <p:nvPr/>
        </p:nvSpPr>
        <p:spPr>
          <a:xfrm>
            <a:off x="4343213" y="1735130"/>
            <a:ext cx="4012558" cy="1100921"/>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0072FF"/>
              </a:buClr>
              <a:buSzPts val="4000"/>
              <a:buFont typeface="Times New Roman"/>
              <a:buNone/>
            </a:pPr>
            <a:r>
              <a:rPr lang="vi-VN" sz="4000" b="1">
                <a:solidFill>
                  <a:srgbClr val="0072FF"/>
                </a:solidFill>
                <a:latin typeface="Times New Roman"/>
                <a:ea typeface="Times New Roman"/>
                <a:cs typeface="Times New Roman"/>
                <a:sym typeface="Times New Roman"/>
              </a:rPr>
              <a:t>HỎI VÀ ĐÁP</a:t>
            </a:r>
            <a:endParaRPr sz="4000" b="1">
              <a:solidFill>
                <a:srgbClr val="0072FF"/>
              </a:solidFill>
              <a:latin typeface="Times New Roman"/>
              <a:ea typeface="Times New Roman"/>
              <a:cs typeface="Times New Roman"/>
              <a:sym typeface="Times New Roman"/>
            </a:endParaRPr>
          </a:p>
        </p:txBody>
      </p:sp>
      <p:pic>
        <p:nvPicPr>
          <p:cNvPr id="602" name="Google Shape;602;p12" descr="http://data.sinhvienit.net/2013/T09/img/SinhVienIT.Net---suy-nghi.jpg"/>
          <p:cNvPicPr preferRelativeResize="0"/>
          <p:nvPr/>
        </p:nvPicPr>
        <p:blipFill rotWithShape="1">
          <a:blip r:embed="rId3">
            <a:alphaModFix/>
          </a:blip>
          <a:srcRect/>
          <a:stretch/>
        </p:blipFill>
        <p:spPr>
          <a:xfrm>
            <a:off x="4895842" y="3018931"/>
            <a:ext cx="3211551" cy="2408663"/>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13"/>
          <p:cNvSpPr txBox="1">
            <a:spLocks noGrp="1"/>
          </p:cNvSpPr>
          <p:nvPr>
            <p:ph type="title"/>
          </p:nvPr>
        </p:nvSpPr>
        <p:spPr>
          <a:xfrm>
            <a:off x="774145" y="223964"/>
            <a:ext cx="10579655" cy="1357186"/>
          </a:xfrm>
          <a:prstGeom prst="rect">
            <a:avLst/>
          </a:prstGeom>
          <a:noFill/>
          <a:ln>
            <a:noFill/>
          </a:ln>
        </p:spPr>
        <p:txBody>
          <a:bodyPr spcFirstLastPara="1" wrap="square" lIns="91425" tIns="45700" rIns="91425" bIns="45700" anchor="ctr" anchorCtr="0">
            <a:noAutofit/>
          </a:bodyPr>
          <a:lstStyle/>
          <a:p>
            <a:pPr marL="0" lvl="0" indent="0" algn="l" rtl="0">
              <a:lnSpc>
                <a:spcPct val="120000"/>
              </a:lnSpc>
              <a:spcBef>
                <a:spcPts val="0"/>
              </a:spcBef>
              <a:spcAft>
                <a:spcPts val="0"/>
              </a:spcAft>
              <a:buClr>
                <a:srgbClr val="0072FF"/>
              </a:buClr>
              <a:buSzPts val="3700"/>
              <a:buFont typeface="Times New Roman"/>
              <a:buNone/>
            </a:pPr>
            <a:r>
              <a:rPr lang="vi-VN" sz="3700"/>
              <a:t>Phụ lục (nếu có)</a:t>
            </a:r>
            <a:endParaRPr/>
          </a:p>
        </p:txBody>
      </p:sp>
      <p:sp>
        <p:nvSpPr>
          <p:cNvPr id="609" name="Google Shape;609;p13"/>
          <p:cNvSpPr txBox="1">
            <a:spLocks noGrp="1"/>
          </p:cNvSpPr>
          <p:nvPr>
            <p:ph type="body" idx="1"/>
          </p:nvPr>
        </p:nvSpPr>
        <p:spPr>
          <a:xfrm>
            <a:off x="774144" y="1809750"/>
            <a:ext cx="10655855" cy="4158343"/>
          </a:xfrm>
          <a:prstGeom prst="rect">
            <a:avLst/>
          </a:prstGeom>
          <a:noFill/>
          <a:ln>
            <a:noFill/>
          </a:ln>
        </p:spPr>
        <p:txBody>
          <a:bodyPr spcFirstLastPara="1" wrap="square" lIns="91425" tIns="45700" rIns="91425" bIns="45700" anchor="t" anchorCtr="0">
            <a:normAutofit/>
          </a:bodyPr>
          <a:lstStyle/>
          <a:p>
            <a:pPr marL="228600" lvl="0" indent="-228600" algn="just" rtl="0">
              <a:lnSpc>
                <a:spcPct val="130000"/>
              </a:lnSpc>
              <a:spcBef>
                <a:spcPts val="0"/>
              </a:spcBef>
              <a:spcAft>
                <a:spcPts val="0"/>
              </a:spcAft>
              <a:buClr>
                <a:schemeClr val="dk1"/>
              </a:buClr>
              <a:buSzPts val="2800"/>
              <a:buChar char="•"/>
            </a:pPr>
            <a:r>
              <a:rPr lang="vi-VN"/>
              <a:t>Phần phụ lục này đặt những nội dung cần giải thích chi tiết cho các Slide trong phần báo cáo chính trong trường hợp giải thích các câu hỏi từ người nghe</a:t>
            </a:r>
            <a:endParaRPr/>
          </a:p>
        </p:txBody>
      </p:sp>
      <p:sp>
        <p:nvSpPr>
          <p:cNvPr id="610" name="Google Shape;610;p13"/>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vi-VN"/>
              <a:t>Trường Đại học Công nghệ Thông tin, ĐHQG-HCM</a:t>
            </a:r>
            <a:endParaRPr/>
          </a:p>
        </p:txBody>
      </p:sp>
      <p:sp>
        <p:nvSpPr>
          <p:cNvPr id="611" name="Google Shape;611;p13"/>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vi-VN"/>
              <a:t>28</a:t>
            </a:fld>
            <a:endParaRPr/>
          </a:p>
        </p:txBody>
      </p:sp>
    </p:spTree>
  </p:cSld>
  <p:clrMapOvr>
    <a:masterClrMapping/>
  </p:clrMapOvr>
</p:sld>
</file>

<file path=ppt/theme/theme1.xml><?xml version="1.0" encoding="utf-8"?>
<a:theme xmlns:a="http://schemas.openxmlformats.org/drawingml/2006/main" name="Office Theme">
  <a:themeElements>
    <a:clrScheme name="UIT Pallete">
      <a:dk1>
        <a:srgbClr val="2A2F4F"/>
      </a:dk1>
      <a:lt1>
        <a:srgbClr val="FFFFFF"/>
      </a:lt1>
      <a:dk2>
        <a:srgbClr val="1C305E"/>
      </a:dk2>
      <a:lt2>
        <a:srgbClr val="E7E6E6"/>
      </a:lt2>
      <a:accent1>
        <a:srgbClr val="0071FF"/>
      </a:accent1>
      <a:accent2>
        <a:srgbClr val="FAAB78"/>
      </a:accent2>
      <a:accent3>
        <a:srgbClr val="EC7171"/>
      </a:accent3>
      <a:accent4>
        <a:srgbClr val="FFCD38"/>
      </a:accent4>
      <a:accent5>
        <a:srgbClr val="4700D8"/>
      </a:accent5>
      <a:accent6>
        <a:srgbClr val="41855B"/>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788</TotalTime>
  <Words>3303</Words>
  <Application>Microsoft Office PowerPoint</Application>
  <PresentationFormat>Widescreen</PresentationFormat>
  <Paragraphs>299</Paragraphs>
  <Slides>28</Slides>
  <Notes>28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Times New Roman</vt:lpstr>
      <vt:lpstr>Office Theme</vt:lpstr>
      <vt:lpstr>PowerPoint Presentation</vt:lpstr>
      <vt:lpstr>PowerPoint Presentation</vt:lpstr>
      <vt:lpstr>1. TỔNG QUAN ĐỀ TÀI</vt:lpstr>
      <vt:lpstr>1. TỔNG QUAN ĐỀ TÀI</vt:lpstr>
      <vt:lpstr>2. CƠ SỞ LÝ THUYẾT</vt:lpstr>
      <vt:lpstr>2. CƠ SỞ LÝ THUYẾT</vt:lpstr>
      <vt:lpstr>3. PHÂN TÍCH VÀ THIẾT KẾ HỆ THỐNG</vt:lpstr>
      <vt:lpstr>3.1 Thiết kế kiến trúc tổng thể</vt:lpstr>
      <vt:lpstr>3.2 Thiết kế phần cứng</vt:lpstr>
      <vt:lpstr>3.3 Thiết kế phần mềm</vt:lpstr>
      <vt:lpstr>3.3 Thiết kế phần mềm</vt:lpstr>
      <vt:lpstr>3.3 Thiết kế phần mềm</vt:lpstr>
      <vt:lpstr>3.3 Thiết kế phần mềm</vt:lpstr>
      <vt:lpstr>3.3 Thiết kế phần mềm</vt:lpstr>
      <vt:lpstr>3.3 Thiết kế phần mềm</vt:lpstr>
      <vt:lpstr>3.3 Thiết kế phần mềm</vt:lpstr>
      <vt:lpstr>3.3 Thiết kế phần mềm</vt:lpstr>
      <vt:lpstr>3.3 Thiết kế phần mềm</vt:lpstr>
      <vt:lpstr>3.3 Thiết kế phần mềm</vt:lpstr>
      <vt:lpstr>3.3 Thiết kế phần mềm</vt:lpstr>
      <vt:lpstr>4. KẾT QUẢ THỰC NGHIỆM</vt:lpstr>
      <vt:lpstr>4. KẾT QUẢ THỰC NGHIỆM</vt:lpstr>
      <vt:lpstr>4. KẾT QUẢ THỰC NGHIỆM</vt:lpstr>
      <vt:lpstr>4. KẾT QUẢ THỰC NGHIỆM</vt:lpstr>
      <vt:lpstr>5. KẾT LUẬN VÀ HƯỚNG PHÁT TRIỂN</vt:lpstr>
      <vt:lpstr>Tài liệu tham khảo</vt:lpstr>
      <vt:lpstr>PowerPoint Presentation</vt:lpstr>
      <vt:lpstr>Phụ lục (nếu có)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Trần Hoàng Lộc</dc:creator>
  <cp:lastModifiedBy>Bui Quang Dan</cp:lastModifiedBy>
  <cp:revision>15</cp:revision>
  <dcterms:created xsi:type="dcterms:W3CDTF">2023-03-03T01:55:04Z</dcterms:created>
  <dcterms:modified xsi:type="dcterms:W3CDTF">2026-05-11T01:16:37Z</dcterms:modified>
</cp:coreProperties>
</file>